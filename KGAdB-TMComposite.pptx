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20E280-6129-425C-B627-5B82B7879387}" v="25" dt="2026-06-02T10:06:56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38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ffer Gillis Arbo De Besche" userId="e0426ee7-ec80-4d5b-9bf5-ce8147ccb421" providerId="ADAL" clId="{177C7F96-D785-424D-A0D7-3DADC98DECF2}"/>
    <pc:docChg chg="undo custSel delSld modSld">
      <pc:chgData name="Kristoffer Gillis Arbo De Besche" userId="e0426ee7-ec80-4d5b-9bf5-ce8147ccb421" providerId="ADAL" clId="{177C7F96-D785-424D-A0D7-3DADC98DECF2}" dt="2026-06-02T10:18:37.166" v="2323" actId="20577"/>
      <pc:docMkLst>
        <pc:docMk/>
      </pc:docMkLst>
      <pc:sldChg chg="delSp mod">
        <pc:chgData name="Kristoffer Gillis Arbo De Besche" userId="e0426ee7-ec80-4d5b-9bf5-ce8147ccb421" providerId="ADAL" clId="{177C7F96-D785-424D-A0D7-3DADC98DECF2}" dt="2026-06-02T08:26:53.293" v="0" actId="478"/>
        <pc:sldMkLst>
          <pc:docMk/>
          <pc:sldMk cId="0" sldId="256"/>
        </pc:sldMkLst>
        <pc:spChg chg="del">
          <ac:chgData name="Kristoffer Gillis Arbo De Besche" userId="e0426ee7-ec80-4d5b-9bf5-ce8147ccb421" providerId="ADAL" clId="{177C7F96-D785-424D-A0D7-3DADC98DECF2}" dt="2026-06-02T08:26:53.293" v="0" actId="478"/>
          <ac:spMkLst>
            <pc:docMk/>
            <pc:sldMk cId="0" sldId="256"/>
            <ac:spMk id="30" creationId="{00000000-0000-0000-0000-000000000000}"/>
          </ac:spMkLst>
        </pc:spChg>
      </pc:sldChg>
      <pc:sldChg chg="addSp delSp modSp mod">
        <pc:chgData name="Kristoffer Gillis Arbo De Besche" userId="e0426ee7-ec80-4d5b-9bf5-ce8147ccb421" providerId="ADAL" clId="{177C7F96-D785-424D-A0D7-3DADC98DECF2}" dt="2026-06-02T08:28:00.184" v="7" actId="1035"/>
        <pc:sldMkLst>
          <pc:docMk/>
          <pc:sldMk cId="0" sldId="257"/>
        </pc:sldMkLst>
        <pc:spChg chg="mod">
          <ac:chgData name="Kristoffer Gillis Arbo De Besche" userId="e0426ee7-ec80-4d5b-9bf5-ce8147ccb421" providerId="ADAL" clId="{177C7F96-D785-424D-A0D7-3DADC98DECF2}" dt="2026-06-02T08:27:23.542" v="3" actId="1076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Kristoffer Gillis Arbo De Besche" userId="e0426ee7-ec80-4d5b-9bf5-ce8147ccb421" providerId="ADAL" clId="{177C7F96-D785-424D-A0D7-3DADC98DECF2}" dt="2026-06-02T08:27:45.026" v="4" actId="478"/>
          <ac:spMkLst>
            <pc:docMk/>
            <pc:sldMk cId="0" sldId="257"/>
            <ac:spMk id="22" creationId="{00000000-0000-0000-0000-000000000000}"/>
          </ac:spMkLst>
        </pc:spChg>
        <pc:spChg chg="add mod">
          <ac:chgData name="Kristoffer Gillis Arbo De Besche" userId="e0426ee7-ec80-4d5b-9bf5-ce8147ccb421" providerId="ADAL" clId="{177C7F96-D785-424D-A0D7-3DADC98DECF2}" dt="2026-06-02T08:28:00.184" v="7" actId="1035"/>
          <ac:spMkLst>
            <pc:docMk/>
            <pc:sldMk cId="0" sldId="257"/>
            <ac:spMk id="48" creationId="{388A47CD-DAA2-B94D-23E0-6F2D359F0535}"/>
          </ac:spMkLst>
        </pc:spChg>
      </pc:sldChg>
      <pc:sldChg chg="addSp modSp mod">
        <pc:chgData name="Kristoffer Gillis Arbo De Besche" userId="e0426ee7-ec80-4d5b-9bf5-ce8147ccb421" providerId="ADAL" clId="{177C7F96-D785-424D-A0D7-3DADC98DECF2}" dt="2026-06-02T10:09:03.515" v="2144" actId="20577"/>
        <pc:sldMkLst>
          <pc:docMk/>
          <pc:sldMk cId="0" sldId="258"/>
        </pc:sldMkLst>
        <pc:spChg chg="mod">
          <ac:chgData name="Kristoffer Gillis Arbo De Besche" userId="e0426ee7-ec80-4d5b-9bf5-ce8147ccb421" providerId="ADAL" clId="{177C7F96-D785-424D-A0D7-3DADC98DECF2}" dt="2026-06-02T10:09:03.515" v="2144" actId="20577"/>
          <ac:spMkLst>
            <pc:docMk/>
            <pc:sldMk cId="0" sldId="258"/>
            <ac:spMk id="7" creationId="{00000000-0000-0000-0000-000000000000}"/>
          </ac:spMkLst>
        </pc:spChg>
        <pc:picChg chg="add mod">
          <ac:chgData name="Kristoffer Gillis Arbo De Besche" userId="e0426ee7-ec80-4d5b-9bf5-ce8147ccb421" providerId="ADAL" clId="{177C7F96-D785-424D-A0D7-3DADC98DECF2}" dt="2026-06-02T08:30:08.672" v="16" actId="14100"/>
          <ac:picMkLst>
            <pc:docMk/>
            <pc:sldMk cId="0" sldId="258"/>
            <ac:picMk id="1026" creationId="{C2D35200-568C-BBC9-CD6B-2726543CA584}"/>
          </ac:picMkLst>
        </pc:picChg>
      </pc:sldChg>
      <pc:sldChg chg="delSp modSp mod">
        <pc:chgData name="Kristoffer Gillis Arbo De Besche" userId="e0426ee7-ec80-4d5b-9bf5-ce8147ccb421" providerId="ADAL" clId="{177C7F96-D785-424D-A0D7-3DADC98DECF2}" dt="2026-06-02T10:07:15.046" v="2120" actId="478"/>
        <pc:sldMkLst>
          <pc:docMk/>
          <pc:sldMk cId="0" sldId="259"/>
        </pc:sldMkLst>
        <pc:spChg chg="mod">
          <ac:chgData name="Kristoffer Gillis Arbo De Besche" userId="e0426ee7-ec80-4d5b-9bf5-ce8147ccb421" providerId="ADAL" clId="{177C7F96-D785-424D-A0D7-3DADC98DECF2}" dt="2026-06-02T08:31:38.450" v="8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7:01.259" v="2117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3:39.665" v="194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3:58.382" v="238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2:46.272" v="128" actId="20577"/>
          <ac:spMkLst>
            <pc:docMk/>
            <pc:sldMk cId="0" sldId="259"/>
            <ac:spMk id="2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7:10.805" v="2118" actId="478"/>
          <ac:spMkLst>
            <pc:docMk/>
            <pc:sldMk cId="0" sldId="259"/>
            <ac:spMk id="33" creationId="{00000000-0000-0000-0000-000000000000}"/>
          </ac:spMkLst>
        </pc:spChg>
        <pc:picChg chg="del mod">
          <ac:chgData name="Kristoffer Gillis Arbo De Besche" userId="e0426ee7-ec80-4d5b-9bf5-ce8147ccb421" providerId="ADAL" clId="{177C7F96-D785-424D-A0D7-3DADC98DECF2}" dt="2026-06-02T10:07:15.046" v="2120" actId="478"/>
          <ac:picMkLst>
            <pc:docMk/>
            <pc:sldMk cId="0" sldId="259"/>
            <ac:picMk id="34" creationId="{00000000-0000-0000-0000-000000000000}"/>
          </ac:picMkLst>
        </pc:picChg>
      </pc:sldChg>
      <pc:sldChg chg="delSp modSp mod">
        <pc:chgData name="Kristoffer Gillis Arbo De Besche" userId="e0426ee7-ec80-4d5b-9bf5-ce8147ccb421" providerId="ADAL" clId="{177C7F96-D785-424D-A0D7-3DADC98DECF2}" dt="2026-06-02T10:10:20.870" v="2193" actId="20577"/>
        <pc:sldMkLst>
          <pc:docMk/>
          <pc:sldMk cId="0" sldId="260"/>
        </pc:sldMkLst>
        <pc:spChg chg="mod">
          <ac:chgData name="Kristoffer Gillis Arbo De Besche" userId="e0426ee7-ec80-4d5b-9bf5-ce8147ccb421" providerId="ADAL" clId="{177C7F96-D785-424D-A0D7-3DADC98DECF2}" dt="2026-06-02T10:05:09.078" v="2109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5:30.397" v="33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6:10.279" v="382" actId="20577"/>
          <ac:spMkLst>
            <pc:docMk/>
            <pc:sldMk cId="0" sldId="260"/>
            <ac:spMk id="7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8:09.639" v="2124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6:40.184" v="384" actId="20577"/>
          <ac:spMkLst>
            <pc:docMk/>
            <pc:sldMk cId="0" sldId="260"/>
            <ac:spMk id="1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8:13.596" v="2125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7:26.912" v="2121" actId="47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10:20.870" v="2193" actId="20577"/>
          <ac:spMkLst>
            <pc:docMk/>
            <pc:sldMk cId="0" sldId="260"/>
            <ac:spMk id="23" creationId="{00000000-0000-0000-0000-000000000000}"/>
          </ac:spMkLst>
        </pc:spChg>
      </pc:sldChg>
      <pc:sldChg chg="delSp modSp mod">
        <pc:chgData name="Kristoffer Gillis Arbo De Besche" userId="e0426ee7-ec80-4d5b-9bf5-ce8147ccb421" providerId="ADAL" clId="{177C7F96-D785-424D-A0D7-3DADC98DECF2}" dt="2026-06-02T10:17:44.796" v="2276" actId="20577"/>
        <pc:sldMkLst>
          <pc:docMk/>
          <pc:sldMk cId="0" sldId="261"/>
        </pc:sldMkLst>
        <pc:spChg chg="del">
          <ac:chgData name="Kristoffer Gillis Arbo De Besche" userId="e0426ee7-ec80-4d5b-9bf5-ce8147ccb421" providerId="ADAL" clId="{177C7F96-D785-424D-A0D7-3DADC98DECF2}" dt="2026-06-02T10:08:05.444" v="2123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7:43.323" v="418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38:40.366" v="472" actId="20577"/>
          <ac:spMkLst>
            <pc:docMk/>
            <pc:sldMk cId="0" sldId="261"/>
            <ac:spMk id="12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8:00.365" v="2122" actId="47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17:44.796" v="2276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43:54.930" v="675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1:58.956" v="1589" actId="20577"/>
          <ac:spMkLst>
            <pc:docMk/>
            <pc:sldMk cId="0" sldId="261"/>
            <ac:spMk id="21" creationId="{00000000-0000-0000-0000-000000000000}"/>
          </ac:spMkLst>
        </pc:spChg>
      </pc:sldChg>
      <pc:sldChg chg="addSp delSp modSp mod">
        <pc:chgData name="Kristoffer Gillis Arbo De Besche" userId="e0426ee7-ec80-4d5b-9bf5-ce8147ccb421" providerId="ADAL" clId="{177C7F96-D785-424D-A0D7-3DADC98DECF2}" dt="2026-06-02T10:11:56.622" v="2218" actId="20577"/>
        <pc:sldMkLst>
          <pc:docMk/>
          <pc:sldMk cId="0" sldId="262"/>
        </pc:sldMkLst>
        <pc:spChg chg="mod">
          <ac:chgData name="Kristoffer Gillis Arbo De Besche" userId="e0426ee7-ec80-4d5b-9bf5-ce8147ccb421" providerId="ADAL" clId="{177C7F96-D785-424D-A0D7-3DADC98DECF2}" dt="2026-06-02T09:02:47.402" v="871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11:56.622" v="2218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6:46.610" v="805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6:46.610" v="805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9:02.191" v="819" actId="14100"/>
          <ac:spMkLst>
            <pc:docMk/>
            <pc:sldMk cId="0" sldId="262"/>
            <ac:spMk id="30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9:13.819" v="821" actId="14100"/>
          <ac:spMkLst>
            <pc:docMk/>
            <pc:sldMk cId="0" sldId="262"/>
            <ac:spMk id="31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9:36.686" v="824" actId="1410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00:20.203" v="829" actId="14100"/>
          <ac:spMkLst>
            <pc:docMk/>
            <pc:sldMk cId="0" sldId="262"/>
            <ac:spMk id="3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02:16.748" v="850" actId="20577"/>
          <ac:spMkLst>
            <pc:docMk/>
            <pc:sldMk cId="0" sldId="262"/>
            <ac:spMk id="3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02:17.161" v="851" actId="20577"/>
          <ac:spMkLst>
            <pc:docMk/>
            <pc:sldMk cId="0" sldId="262"/>
            <ac:spMk id="3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8:23.625" v="816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58:23.625" v="816" actId="1076"/>
          <ac:spMkLst>
            <pc:docMk/>
            <pc:sldMk cId="0" sldId="262"/>
            <ac:spMk id="37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8:51:55.447" v="784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11:46.381" v="2194" actId="478"/>
          <ac:spMkLst>
            <pc:docMk/>
            <pc:sldMk cId="0" sldId="262"/>
            <ac:spMk id="40" creationId="{00000000-0000-0000-0000-000000000000}"/>
          </ac:spMkLst>
        </pc:spChg>
        <pc:spChg chg="add del mod">
          <ac:chgData name="Kristoffer Gillis Arbo De Besche" userId="e0426ee7-ec80-4d5b-9bf5-ce8147ccb421" providerId="ADAL" clId="{177C7F96-D785-424D-A0D7-3DADC98DECF2}" dt="2026-06-02T09:02:12.603" v="842" actId="478"/>
          <ac:spMkLst>
            <pc:docMk/>
            <pc:sldMk cId="0" sldId="262"/>
            <ac:spMk id="42" creationId="{C78E8B56-F003-01F5-771F-6CFB35C19314}"/>
          </ac:spMkLst>
        </pc:spChg>
        <pc:picChg chg="mod">
          <ac:chgData name="Kristoffer Gillis Arbo De Besche" userId="e0426ee7-ec80-4d5b-9bf5-ce8147ccb421" providerId="ADAL" clId="{177C7F96-D785-424D-A0D7-3DADC98DECF2}" dt="2026-06-02T08:56:46.610" v="805" actId="1076"/>
          <ac:picMkLst>
            <pc:docMk/>
            <pc:sldMk cId="0" sldId="262"/>
            <ac:picMk id="28" creationId="{00000000-0000-0000-0000-000000000000}"/>
          </ac:picMkLst>
        </pc:picChg>
        <pc:picChg chg="del">
          <ac:chgData name="Kristoffer Gillis Arbo De Besche" userId="e0426ee7-ec80-4d5b-9bf5-ce8147ccb421" providerId="ADAL" clId="{177C7F96-D785-424D-A0D7-3DADC98DECF2}" dt="2026-06-02T08:52:02.516" v="785" actId="478"/>
          <ac:picMkLst>
            <pc:docMk/>
            <pc:sldMk cId="0" sldId="262"/>
            <ac:picMk id="39" creationId="{00000000-0000-0000-0000-000000000000}"/>
          </ac:picMkLst>
        </pc:picChg>
      </pc:sldChg>
      <pc:sldChg chg="delSp modSp mod">
        <pc:chgData name="Kristoffer Gillis Arbo De Besche" userId="e0426ee7-ec80-4d5b-9bf5-ce8147ccb421" providerId="ADAL" clId="{177C7F96-D785-424D-A0D7-3DADC98DECF2}" dt="2026-06-02T10:18:37.166" v="2323" actId="20577"/>
        <pc:sldMkLst>
          <pc:docMk/>
          <pc:sldMk cId="0" sldId="263"/>
        </pc:sldMkLst>
        <pc:spChg chg="mod">
          <ac:chgData name="Kristoffer Gillis Arbo De Besche" userId="e0426ee7-ec80-4d5b-9bf5-ce8147ccb421" providerId="ADAL" clId="{177C7F96-D785-424D-A0D7-3DADC98DECF2}" dt="2026-06-02T09:52:41.623" v="163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2:23.185" v="1597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47:26.292" v="776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05:35.984" v="875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12:29.338" v="2241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8:48:27.050" v="783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18:37.166" v="2323" actId="20577"/>
          <ac:spMkLst>
            <pc:docMk/>
            <pc:sldMk cId="0" sldId="263"/>
            <ac:spMk id="4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8:24.307" v="2126" actId="478"/>
          <ac:spMkLst>
            <pc:docMk/>
            <pc:sldMk cId="0" sldId="263"/>
            <ac:spMk id="43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8:26.373" v="2127" actId="478"/>
          <ac:spMkLst>
            <pc:docMk/>
            <pc:sldMk cId="0" sldId="263"/>
            <ac:spMk id="47" creationId="{00000000-0000-0000-0000-000000000000}"/>
          </ac:spMkLst>
        </pc:spChg>
      </pc:sldChg>
      <pc:sldChg chg="addSp delSp modSp mod">
        <pc:chgData name="Kristoffer Gillis Arbo De Besche" userId="e0426ee7-ec80-4d5b-9bf5-ce8147ccb421" providerId="ADAL" clId="{177C7F96-D785-424D-A0D7-3DADC98DECF2}" dt="2026-06-02T10:13:28.939" v="2251" actId="1076"/>
        <pc:sldMkLst>
          <pc:docMk/>
          <pc:sldMk cId="0" sldId="264"/>
        </pc:sldMkLst>
        <pc:spChg chg="mod">
          <ac:chgData name="Kristoffer Gillis Arbo De Besche" userId="e0426ee7-ec80-4d5b-9bf5-ce8147ccb421" providerId="ADAL" clId="{177C7F96-D785-424D-A0D7-3DADC98DECF2}" dt="2026-06-02T09:32:27.379" v="1275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33:03.955" v="1278" actId="1076"/>
          <ac:spMkLst>
            <pc:docMk/>
            <pc:sldMk cId="0" sldId="264"/>
            <ac:spMk id="159" creationId="{00000000-0000-0000-0000-000000000000}"/>
          </ac:spMkLst>
        </pc:spChg>
        <pc:spChg chg="ord">
          <ac:chgData name="Kristoffer Gillis Arbo De Besche" userId="e0426ee7-ec80-4d5b-9bf5-ce8147ccb421" providerId="ADAL" clId="{177C7F96-D785-424D-A0D7-3DADC98DECF2}" dt="2026-06-02T09:30:54.865" v="1234" actId="167"/>
          <ac:spMkLst>
            <pc:docMk/>
            <pc:sldMk cId="0" sldId="264"/>
            <ac:spMk id="16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9:27:10.110" v="1192" actId="478"/>
          <ac:spMkLst>
            <pc:docMk/>
            <pc:sldMk cId="0" sldId="264"/>
            <ac:spMk id="163" creationId="{00000000-0000-0000-0000-000000000000}"/>
          </ac:spMkLst>
        </pc:spChg>
        <pc:spChg chg="ord">
          <ac:chgData name="Kristoffer Gillis Arbo De Besche" userId="e0426ee7-ec80-4d5b-9bf5-ce8147ccb421" providerId="ADAL" clId="{177C7F96-D785-424D-A0D7-3DADC98DECF2}" dt="2026-06-02T09:27:48.079" v="1200" actId="166"/>
          <ac:spMkLst>
            <pc:docMk/>
            <pc:sldMk cId="0" sldId="264"/>
            <ac:spMk id="164" creationId="{00000000-0000-0000-0000-000000000000}"/>
          </ac:spMkLst>
        </pc:spChg>
        <pc:spChg chg="del mod">
          <ac:chgData name="Kristoffer Gillis Arbo De Besche" userId="e0426ee7-ec80-4d5b-9bf5-ce8147ccb421" providerId="ADAL" clId="{177C7F96-D785-424D-A0D7-3DADC98DECF2}" dt="2026-06-02T09:29:28.649" v="1223" actId="21"/>
          <ac:spMkLst>
            <pc:docMk/>
            <pc:sldMk cId="0" sldId="264"/>
            <ac:spMk id="16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29:43.719" v="1226" actId="14100"/>
          <ac:spMkLst>
            <pc:docMk/>
            <pc:sldMk cId="0" sldId="264"/>
            <ac:spMk id="16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13:11.427" v="2249" actId="20577"/>
          <ac:spMkLst>
            <pc:docMk/>
            <pc:sldMk cId="0" sldId="264"/>
            <ac:spMk id="17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13:23.388" v="2250" actId="478"/>
          <ac:spMkLst>
            <pc:docMk/>
            <pc:sldMk cId="0" sldId="264"/>
            <ac:spMk id="17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34:03.342" v="1356" actId="20577"/>
          <ac:spMkLst>
            <pc:docMk/>
            <pc:sldMk cId="0" sldId="264"/>
            <ac:spMk id="175" creationId="{00000000-0000-0000-0000-000000000000}"/>
          </ac:spMkLst>
        </pc:spChg>
        <pc:spChg chg="add del mod ord">
          <ac:chgData name="Kristoffer Gillis Arbo De Besche" userId="e0426ee7-ec80-4d5b-9bf5-ce8147ccb421" providerId="ADAL" clId="{177C7F96-D785-424D-A0D7-3DADC98DECF2}" dt="2026-06-02T09:28:31.975" v="1215" actId="478"/>
          <ac:spMkLst>
            <pc:docMk/>
            <pc:sldMk cId="0" sldId="264"/>
            <ac:spMk id="177" creationId="{D7C5123C-F803-13C5-97A6-6DA013CF4186}"/>
          </ac:spMkLst>
        </pc:spChg>
        <pc:spChg chg="add del mod ord">
          <ac:chgData name="Kristoffer Gillis Arbo De Besche" userId="e0426ee7-ec80-4d5b-9bf5-ce8147ccb421" providerId="ADAL" clId="{177C7F96-D785-424D-A0D7-3DADC98DECF2}" dt="2026-06-02T09:29:24.136" v="1222" actId="21"/>
          <ac:spMkLst>
            <pc:docMk/>
            <pc:sldMk cId="0" sldId="264"/>
            <ac:spMk id="178" creationId="{429B8199-642C-CEE7-0E0F-89EF82938666}"/>
          </ac:spMkLst>
        </pc:spChg>
        <pc:spChg chg="add mod ord">
          <ac:chgData name="Kristoffer Gillis Arbo De Besche" userId="e0426ee7-ec80-4d5b-9bf5-ce8147ccb421" providerId="ADAL" clId="{177C7F96-D785-424D-A0D7-3DADC98DECF2}" dt="2026-06-02T09:30:08.926" v="1229" actId="167"/>
          <ac:spMkLst>
            <pc:docMk/>
            <pc:sldMk cId="0" sldId="264"/>
            <ac:spMk id="179" creationId="{68AE1443-09FF-69F7-6890-6774BA4A375F}"/>
          </ac:spMkLst>
        </pc:spChg>
        <pc:spChg chg="add mod ord">
          <ac:chgData name="Kristoffer Gillis Arbo De Besche" userId="e0426ee7-ec80-4d5b-9bf5-ce8147ccb421" providerId="ADAL" clId="{177C7F96-D785-424D-A0D7-3DADC98DECF2}" dt="2026-06-02T09:31:18.777" v="1236" actId="1076"/>
          <ac:spMkLst>
            <pc:docMk/>
            <pc:sldMk cId="0" sldId="264"/>
            <ac:spMk id="180" creationId="{8E8CCCC6-0011-5292-6FB4-929ACAB986F3}"/>
          </ac:spMkLst>
        </pc:spChg>
        <pc:picChg chg="mod">
          <ac:chgData name="Kristoffer Gillis Arbo De Besche" userId="e0426ee7-ec80-4d5b-9bf5-ce8147ccb421" providerId="ADAL" clId="{177C7F96-D785-424D-A0D7-3DADC98DECF2}" dt="2026-06-02T10:13:28.939" v="2251" actId="1076"/>
          <ac:picMkLst>
            <pc:docMk/>
            <pc:sldMk cId="0" sldId="264"/>
            <ac:picMk id="174" creationId="{00000000-0000-0000-0000-000000000000}"/>
          </ac:picMkLst>
        </pc:picChg>
      </pc:sldChg>
      <pc:sldChg chg="delSp modSp mod">
        <pc:chgData name="Kristoffer Gillis Arbo De Besche" userId="e0426ee7-ec80-4d5b-9bf5-ce8147ccb421" providerId="ADAL" clId="{177C7F96-D785-424D-A0D7-3DADC98DECF2}" dt="2026-06-02T10:08:40.991" v="2128" actId="478"/>
        <pc:sldMkLst>
          <pc:docMk/>
          <pc:sldMk cId="0" sldId="265"/>
        </pc:sldMkLst>
        <pc:spChg chg="mod">
          <ac:chgData name="Kristoffer Gillis Arbo De Besche" userId="e0426ee7-ec80-4d5b-9bf5-ce8147ccb421" providerId="ADAL" clId="{177C7F96-D785-424D-A0D7-3DADC98DECF2}" dt="2026-06-02T09:56:43.114" v="1774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20:58.396" v="1006" actId="20577"/>
          <ac:spMkLst>
            <pc:docMk/>
            <pc:sldMk cId="0" sldId="265"/>
            <ac:spMk id="7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8:40.991" v="2128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34:26.660" v="1359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22:25.439" v="1112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0:33.211" v="1567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21:25.137" v="1019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21:29.533" v="1020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21:42.944" v="1021" actId="20577"/>
          <ac:spMkLst>
            <pc:docMk/>
            <pc:sldMk cId="0" sldId="265"/>
            <ac:spMk id="29" creationId="{00000000-0000-0000-0000-000000000000}"/>
          </ac:spMkLst>
        </pc:spChg>
      </pc:sldChg>
      <pc:sldChg chg="addSp delSp modSp mod">
        <pc:chgData name="Kristoffer Gillis Arbo De Besche" userId="e0426ee7-ec80-4d5b-9bf5-ce8147ccb421" providerId="ADAL" clId="{177C7F96-D785-424D-A0D7-3DADC98DECF2}" dt="2026-06-02T10:03:42.178" v="2074" actId="1076"/>
        <pc:sldMkLst>
          <pc:docMk/>
          <pc:sldMk cId="0" sldId="266"/>
        </pc:sldMkLst>
        <pc:spChg chg="mod">
          <ac:chgData name="Kristoffer Gillis Arbo De Besche" userId="e0426ee7-ec80-4d5b-9bf5-ce8147ccb421" providerId="ADAL" clId="{177C7F96-D785-424D-A0D7-3DADC98DECF2}" dt="2026-06-02T10:03:26.242" v="2073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2:11.465" v="2067" actId="14100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Kristoffer Gillis Arbo De Besche" userId="e0426ee7-ec80-4d5b-9bf5-ce8147ccb421" providerId="ADAL" clId="{177C7F96-D785-424D-A0D7-3DADC98DECF2}" dt="2026-06-02T09:39:55.569" v="1449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9:39:58.645" v="1450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9:40:05.232" v="1451" actId="478"/>
          <ac:spMkLst>
            <pc:docMk/>
            <pc:sldMk cId="0" sldId="266"/>
            <ac:spMk id="1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40:09.127" v="1452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14" creationId="{00000000-0000-0000-0000-000000000000}"/>
          </ac:spMkLst>
        </pc:spChg>
        <pc:spChg chg="add del mod">
          <ac:chgData name="Kristoffer Gillis Arbo De Besche" userId="e0426ee7-ec80-4d5b-9bf5-ce8147ccb421" providerId="ADAL" clId="{177C7F96-D785-424D-A0D7-3DADC98DECF2}" dt="2026-06-02T09:39:19.714" v="1447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39:19.714" v="1447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8:06.438" v="1831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38:15.249" v="1441" actId="1410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11.106" v="2070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38:23.165" v="1442" actId="14100"/>
          <ac:spMkLst>
            <pc:docMk/>
            <pc:sldMk cId="0" sldId="266"/>
            <ac:spMk id="2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8:26.874" v="1833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0:25.993" v="1965" actId="1076"/>
          <ac:spMkLst>
            <pc:docMk/>
            <pc:sldMk cId="0" sldId="266"/>
            <ac:spMk id="32" creationId="{00000000-0000-0000-0000-000000000000}"/>
          </ac:spMkLst>
        </pc:spChg>
        <pc:spChg chg="del mod">
          <ac:chgData name="Kristoffer Gillis Arbo De Besche" userId="e0426ee7-ec80-4d5b-9bf5-ce8147ccb421" providerId="ADAL" clId="{177C7F96-D785-424D-A0D7-3DADC98DECF2}" dt="2026-06-02T09:40:34.910" v="1455" actId="478"/>
          <ac:spMkLst>
            <pc:docMk/>
            <pc:sldMk cId="0" sldId="266"/>
            <ac:spMk id="33" creationId="{00000000-0000-0000-0000-000000000000}"/>
          </ac:spMkLst>
        </pc:spChg>
        <pc:spChg chg="add mod">
          <ac:chgData name="Kristoffer Gillis Arbo De Besche" userId="e0426ee7-ec80-4d5b-9bf5-ce8147ccb421" providerId="ADAL" clId="{177C7F96-D785-424D-A0D7-3DADC98DECF2}" dt="2026-06-02T09:58:10.802" v="1832"/>
          <ac:spMkLst>
            <pc:docMk/>
            <pc:sldMk cId="0" sldId="266"/>
            <ac:spMk id="55" creationId="{442A177C-FB19-84BE-4794-32A7389BAB08}"/>
          </ac:spMkLst>
        </pc:spChg>
        <pc:spChg chg="add 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56" creationId="{F34DF51C-EF58-EAE1-1FD1-8AAFD07A27E3}"/>
          </ac:spMkLst>
        </pc:spChg>
        <pc:spChg chg="add mod">
          <ac:chgData name="Kristoffer Gillis Arbo De Besche" userId="e0426ee7-ec80-4d5b-9bf5-ce8147ccb421" providerId="ADAL" clId="{177C7F96-D785-424D-A0D7-3DADC98DECF2}" dt="2026-06-02T09:58:41.595" v="1835" actId="1076"/>
          <ac:spMkLst>
            <pc:docMk/>
            <pc:sldMk cId="0" sldId="266"/>
            <ac:spMk id="57" creationId="{7CEFA3D0-98F4-B1E6-ACC9-72F34086AC3A}"/>
          </ac:spMkLst>
        </pc:spChg>
        <pc:spChg chg="add 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59" creationId="{F91C2221-CB59-F4D6-2578-6E3CD411622F}"/>
          </ac:spMkLst>
        </pc:spChg>
        <pc:spChg chg="add mod">
          <ac:chgData name="Kristoffer Gillis Arbo De Besche" userId="e0426ee7-ec80-4d5b-9bf5-ce8147ccb421" providerId="ADAL" clId="{177C7F96-D785-424D-A0D7-3DADC98DECF2}" dt="2026-06-02T10:03:42.178" v="2074" actId="1076"/>
          <ac:spMkLst>
            <pc:docMk/>
            <pc:sldMk cId="0" sldId="266"/>
            <ac:spMk id="60" creationId="{7F926930-8014-1BCF-AD4B-9AFD4D89E833}"/>
          </ac:spMkLst>
        </pc:spChg>
        <pc:spChg chg="add mod">
          <ac:chgData name="Kristoffer Gillis Arbo De Besche" userId="e0426ee7-ec80-4d5b-9bf5-ce8147ccb421" providerId="ADAL" clId="{177C7F96-D785-424D-A0D7-3DADC98DECF2}" dt="2026-06-02T10:01:48.225" v="2066" actId="20577"/>
          <ac:spMkLst>
            <pc:docMk/>
            <pc:sldMk cId="0" sldId="266"/>
            <ac:spMk id="61" creationId="{85E15125-5531-F579-965E-642C938F72B6}"/>
          </ac:spMkLst>
        </pc:spChg>
        <pc:graphicFrameChg chg="add del modGraphic">
          <ac:chgData name="Kristoffer Gillis Arbo De Besche" userId="e0426ee7-ec80-4d5b-9bf5-ce8147ccb421" providerId="ADAL" clId="{177C7F96-D785-424D-A0D7-3DADC98DECF2}" dt="2026-06-02T09:23:02.734" v="1114" actId="27309"/>
          <ac:graphicFrameMkLst>
            <pc:docMk/>
            <pc:sldMk cId="0" sldId="266"/>
            <ac:graphicFrameMk id="36" creationId="{2E523161-CFEB-E48F-72A1-926334814A64}"/>
          </ac:graphicFrameMkLst>
        </pc:graphicFrameChg>
        <pc:picChg chg="del">
          <ac:chgData name="Kristoffer Gillis Arbo De Besche" userId="e0426ee7-ec80-4d5b-9bf5-ce8147ccb421" providerId="ADAL" clId="{177C7F96-D785-424D-A0D7-3DADC98DECF2}" dt="2026-06-02T09:05:12.020" v="873" actId="478"/>
          <ac:picMkLst>
            <pc:docMk/>
            <pc:sldMk cId="0" sldId="266"/>
            <ac:picMk id="9" creationId="{00000000-0000-0000-0000-000000000000}"/>
          </ac:picMkLst>
        </pc:picChg>
        <pc:picChg chg="del">
          <ac:chgData name="Kristoffer Gillis Arbo De Besche" userId="e0426ee7-ec80-4d5b-9bf5-ce8147ccb421" providerId="ADAL" clId="{177C7F96-D785-424D-A0D7-3DADC98DECF2}" dt="2026-06-02T09:05:09.475" v="872" actId="478"/>
          <ac:picMkLst>
            <pc:docMk/>
            <pc:sldMk cId="0" sldId="266"/>
            <ac:picMk id="10" creationId="{00000000-0000-0000-0000-000000000000}"/>
          </ac:picMkLst>
        </pc:picChg>
        <pc:picChg chg="add del mod">
          <ac:chgData name="Kristoffer Gillis Arbo De Besche" userId="e0426ee7-ec80-4d5b-9bf5-ce8147ccb421" providerId="ADAL" clId="{177C7F96-D785-424D-A0D7-3DADC98DECF2}" dt="2026-06-02T09:39:19.714" v="1447" actId="1076"/>
          <ac:picMkLst>
            <pc:docMk/>
            <pc:sldMk cId="0" sldId="266"/>
            <ac:picMk id="16" creationId="{00000000-0000-0000-0000-000000000000}"/>
          </ac:picMkLst>
        </pc:picChg>
        <pc:picChg chg="mod">
          <ac:chgData name="Kristoffer Gillis Arbo De Besche" userId="e0426ee7-ec80-4d5b-9bf5-ce8147ccb421" providerId="ADAL" clId="{177C7F96-D785-424D-A0D7-3DADC98DECF2}" dt="2026-06-02T09:39:19.714" v="1447" actId="1076"/>
          <ac:picMkLst>
            <pc:docMk/>
            <pc:sldMk cId="0" sldId="266"/>
            <ac:picMk id="21" creationId="{00000000-0000-0000-0000-000000000000}"/>
          </ac:picMkLst>
        </pc:picChg>
        <pc:picChg chg="mod">
          <ac:chgData name="Kristoffer Gillis Arbo De Besche" userId="e0426ee7-ec80-4d5b-9bf5-ce8147ccb421" providerId="ADAL" clId="{177C7F96-D785-424D-A0D7-3DADC98DECF2}" dt="2026-06-02T09:39:19.714" v="1447" actId="1076"/>
          <ac:picMkLst>
            <pc:docMk/>
            <pc:sldMk cId="0" sldId="266"/>
            <ac:picMk id="26" creationId="{00000000-0000-0000-0000-000000000000}"/>
          </ac:picMkLst>
        </pc:picChg>
        <pc:picChg chg="mod">
          <ac:chgData name="Kristoffer Gillis Arbo De Besche" userId="e0426ee7-ec80-4d5b-9bf5-ce8147ccb421" providerId="ADAL" clId="{177C7F96-D785-424D-A0D7-3DADC98DECF2}" dt="2026-06-02T09:58:26.874" v="1833" actId="1076"/>
          <ac:picMkLst>
            <pc:docMk/>
            <pc:sldMk cId="0" sldId="266"/>
            <ac:picMk id="31" creationId="{00000000-0000-0000-0000-000000000000}"/>
          </ac:picMkLst>
        </pc:picChg>
        <pc:picChg chg="add mod">
          <ac:chgData name="Kristoffer Gillis Arbo De Besche" userId="e0426ee7-ec80-4d5b-9bf5-ce8147ccb421" providerId="ADAL" clId="{177C7F96-D785-424D-A0D7-3DADC98DECF2}" dt="2026-06-02T09:46:29.135" v="1487" actId="1076"/>
          <ac:picMkLst>
            <pc:docMk/>
            <pc:sldMk cId="0" sldId="266"/>
            <ac:picMk id="38" creationId="{AC8E7293-F40F-BD7A-5280-76D6D1C913B0}"/>
          </ac:picMkLst>
        </pc:picChg>
        <pc:picChg chg="add mod">
          <ac:chgData name="Kristoffer Gillis Arbo De Besche" userId="e0426ee7-ec80-4d5b-9bf5-ce8147ccb421" providerId="ADAL" clId="{177C7F96-D785-424D-A0D7-3DADC98DECF2}" dt="2026-06-02T09:46:44.366" v="1490" actId="1076"/>
          <ac:picMkLst>
            <pc:docMk/>
            <pc:sldMk cId="0" sldId="266"/>
            <ac:picMk id="40" creationId="{4A5A80B3-769A-7083-17D4-89E0D2456150}"/>
          </ac:picMkLst>
        </pc:picChg>
        <pc:picChg chg="add mod">
          <ac:chgData name="Kristoffer Gillis Arbo De Besche" userId="e0426ee7-ec80-4d5b-9bf5-ce8147ccb421" providerId="ADAL" clId="{177C7F96-D785-424D-A0D7-3DADC98DECF2}" dt="2026-06-02T09:49:32.836" v="1520" actId="1076"/>
          <ac:picMkLst>
            <pc:docMk/>
            <pc:sldMk cId="0" sldId="266"/>
            <ac:picMk id="42" creationId="{5D9F566E-6AAD-5347-7A5B-2A0BBE76B35E}"/>
          </ac:picMkLst>
        </pc:picChg>
        <pc:picChg chg="add mod">
          <ac:chgData name="Kristoffer Gillis Arbo De Besche" userId="e0426ee7-ec80-4d5b-9bf5-ce8147ccb421" providerId="ADAL" clId="{177C7F96-D785-424D-A0D7-3DADC98DECF2}" dt="2026-06-02T09:48:34.043" v="1512" actId="1076"/>
          <ac:picMkLst>
            <pc:docMk/>
            <pc:sldMk cId="0" sldId="266"/>
            <ac:picMk id="44" creationId="{7419DE53-54BF-9A30-7521-24AC9E213786}"/>
          </ac:picMkLst>
        </pc:picChg>
        <pc:picChg chg="add mod">
          <ac:chgData name="Kristoffer Gillis Arbo De Besche" userId="e0426ee7-ec80-4d5b-9bf5-ce8147ccb421" providerId="ADAL" clId="{177C7F96-D785-424D-A0D7-3DADC98DECF2}" dt="2026-06-02T09:47:12.016" v="1494" actId="1076"/>
          <ac:picMkLst>
            <pc:docMk/>
            <pc:sldMk cId="0" sldId="266"/>
            <ac:picMk id="46" creationId="{4B03994A-5386-8469-3C7C-9DB39DA9503C}"/>
          </ac:picMkLst>
        </pc:picChg>
        <pc:picChg chg="add del mod">
          <ac:chgData name="Kristoffer Gillis Arbo De Besche" userId="e0426ee7-ec80-4d5b-9bf5-ce8147ccb421" providerId="ADAL" clId="{177C7F96-D785-424D-A0D7-3DADC98DECF2}" dt="2026-06-02T09:47:23.835" v="1496" actId="478"/>
          <ac:picMkLst>
            <pc:docMk/>
            <pc:sldMk cId="0" sldId="266"/>
            <ac:picMk id="48" creationId="{ED6B04B7-4AFD-91EE-8660-210F96F9F78E}"/>
          </ac:picMkLst>
        </pc:picChg>
        <pc:picChg chg="add del mod">
          <ac:chgData name="Kristoffer Gillis Arbo De Besche" userId="e0426ee7-ec80-4d5b-9bf5-ce8147ccb421" providerId="ADAL" clId="{177C7F96-D785-424D-A0D7-3DADC98DECF2}" dt="2026-06-02T09:47:58.363" v="1506" actId="478"/>
          <ac:picMkLst>
            <pc:docMk/>
            <pc:sldMk cId="0" sldId="266"/>
            <ac:picMk id="50" creationId="{25355E3D-BBC0-493C-9181-AEC30F3145AB}"/>
          </ac:picMkLst>
        </pc:picChg>
        <pc:picChg chg="add mod">
          <ac:chgData name="Kristoffer Gillis Arbo De Besche" userId="e0426ee7-ec80-4d5b-9bf5-ce8147ccb421" providerId="ADAL" clId="{177C7F96-D785-424D-A0D7-3DADC98DECF2}" dt="2026-06-02T09:48:19.958" v="1511" actId="1076"/>
          <ac:picMkLst>
            <pc:docMk/>
            <pc:sldMk cId="0" sldId="266"/>
            <ac:picMk id="52" creationId="{77B5A7B6-0616-C913-56A6-1F409E61413D}"/>
          </ac:picMkLst>
        </pc:picChg>
        <pc:picChg chg="add mod">
          <ac:chgData name="Kristoffer Gillis Arbo De Besche" userId="e0426ee7-ec80-4d5b-9bf5-ce8147ccb421" providerId="ADAL" clId="{177C7F96-D785-424D-A0D7-3DADC98DECF2}" dt="2026-06-02T09:49:23.898" v="1519" actId="14100"/>
          <ac:picMkLst>
            <pc:docMk/>
            <pc:sldMk cId="0" sldId="266"/>
            <ac:picMk id="54" creationId="{2E4DB94F-4DFC-1446-3278-89C3D3CBA6F0}"/>
          </ac:picMkLst>
        </pc:picChg>
        <pc:picChg chg="add mod">
          <ac:chgData name="Kristoffer Gillis Arbo De Besche" userId="e0426ee7-ec80-4d5b-9bf5-ce8147ccb421" providerId="ADAL" clId="{177C7F96-D785-424D-A0D7-3DADC98DECF2}" dt="2026-06-02T09:58:41.595" v="1835" actId="1076"/>
          <ac:picMkLst>
            <pc:docMk/>
            <pc:sldMk cId="0" sldId="266"/>
            <ac:picMk id="58" creationId="{D5C65ADF-0B90-F791-FEC3-000D0373443F}"/>
          </ac:picMkLst>
        </pc:picChg>
      </pc:sldChg>
      <pc:sldChg chg="delSp modSp del mod">
        <pc:chgData name="Kristoffer Gillis Arbo De Besche" userId="e0426ee7-ec80-4d5b-9bf5-ce8147ccb421" providerId="ADAL" clId="{177C7F96-D785-424D-A0D7-3DADC98DECF2}" dt="2026-06-02T10:04:18.527" v="2086" actId="47"/>
        <pc:sldMkLst>
          <pc:docMk/>
          <pc:sldMk cId="0" sldId="267"/>
        </pc:sldMkLst>
        <pc:spChg chg="del">
          <ac:chgData name="Kristoffer Gillis Arbo De Besche" userId="e0426ee7-ec80-4d5b-9bf5-ce8147ccb421" providerId="ADAL" clId="{177C7F96-D785-424D-A0D7-3DADC98DECF2}" dt="2026-06-02T10:04:01.305" v="2085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10:03:59.115" v="2084" actId="20577"/>
          <ac:spMkLst>
            <pc:docMk/>
            <pc:sldMk cId="0" sldId="267"/>
            <ac:spMk id="3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9:54:26.315" v="1696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9:54:36.963" v="1699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09:54:35.159" v="1698" actId="478"/>
          <ac:spMkLst>
            <pc:docMk/>
            <pc:sldMk cId="0" sldId="267"/>
            <ac:spMk id="7" creationId="{00000000-0000-0000-0000-000000000000}"/>
          </ac:spMkLst>
        </pc:spChg>
        <pc:spChg chg="del mod">
          <ac:chgData name="Kristoffer Gillis Arbo De Besche" userId="e0426ee7-ec80-4d5b-9bf5-ce8147ccb421" providerId="ADAL" clId="{177C7F96-D785-424D-A0D7-3DADC98DECF2}" dt="2026-06-02T09:54:32.709" v="1697" actId="478"/>
          <ac:spMkLst>
            <pc:docMk/>
            <pc:sldMk cId="0" sldId="267"/>
            <ac:spMk id="8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4:52.058" v="1701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4:52.058" v="1701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4:52.058" v="1701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4:52.058" v="1701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5:12.893" v="1704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5:12.893" v="1704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5:12.893" v="1704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Kristoffer Gillis Arbo De Besche" userId="e0426ee7-ec80-4d5b-9bf5-ce8147ccb421" providerId="ADAL" clId="{177C7F96-D785-424D-A0D7-3DADC98DECF2}" dt="2026-06-02T09:55:12.893" v="1704" actId="1076"/>
          <ac:spMkLst>
            <pc:docMk/>
            <pc:sldMk cId="0" sldId="267"/>
            <ac:spMk id="18" creationId="{00000000-0000-0000-0000-000000000000}"/>
          </ac:spMkLst>
        </pc:spChg>
        <pc:picChg chg="del">
          <ac:chgData name="Kristoffer Gillis Arbo De Besche" userId="e0426ee7-ec80-4d5b-9bf5-ce8147ccb421" providerId="ADAL" clId="{177C7F96-D785-424D-A0D7-3DADC98DECF2}" dt="2026-06-02T09:54:41.447" v="1700" actId="478"/>
          <ac:picMkLst>
            <pc:docMk/>
            <pc:sldMk cId="0" sldId="267"/>
            <ac:picMk id="6" creationId="{00000000-0000-0000-0000-000000000000}"/>
          </ac:picMkLst>
        </pc:picChg>
        <pc:picChg chg="mod">
          <ac:chgData name="Kristoffer Gillis Arbo De Besche" userId="e0426ee7-ec80-4d5b-9bf5-ce8147ccb421" providerId="ADAL" clId="{177C7F96-D785-424D-A0D7-3DADC98DECF2}" dt="2026-06-02T09:54:52.058" v="1701" actId="1076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Kristoffer Gillis Arbo De Besche" userId="e0426ee7-ec80-4d5b-9bf5-ce8147ccb421" providerId="ADAL" clId="{177C7F96-D785-424D-A0D7-3DADC98DECF2}" dt="2026-06-02T09:55:12.893" v="1704" actId="1076"/>
          <ac:picMkLst>
            <pc:docMk/>
            <pc:sldMk cId="0" sldId="267"/>
            <ac:picMk id="16" creationId="{00000000-0000-0000-0000-000000000000}"/>
          </ac:picMkLst>
        </pc:picChg>
      </pc:sldChg>
      <pc:sldChg chg="delSp modSp mod">
        <pc:chgData name="Kristoffer Gillis Arbo De Besche" userId="e0426ee7-ec80-4d5b-9bf5-ce8147ccb421" providerId="ADAL" clId="{177C7F96-D785-424D-A0D7-3DADC98DECF2}" dt="2026-06-02T10:04:36.722" v="2095" actId="5793"/>
        <pc:sldMkLst>
          <pc:docMk/>
          <pc:sldMk cId="0" sldId="268"/>
        </pc:sldMkLst>
        <pc:spChg chg="mod">
          <ac:chgData name="Kristoffer Gillis Arbo De Besche" userId="e0426ee7-ec80-4d5b-9bf5-ce8147ccb421" providerId="ADAL" clId="{177C7F96-D785-424D-A0D7-3DADC98DECF2}" dt="2026-06-02T10:04:36.722" v="2095" actId="5793"/>
          <ac:spMkLst>
            <pc:docMk/>
            <pc:sldMk cId="0" sldId="268"/>
            <ac:spMk id="41" creationId="{00000000-0000-0000-0000-000000000000}"/>
          </ac:spMkLst>
        </pc:spChg>
        <pc:spChg chg="del">
          <ac:chgData name="Kristoffer Gillis Arbo De Besche" userId="e0426ee7-ec80-4d5b-9bf5-ce8147ccb421" providerId="ADAL" clId="{177C7F96-D785-424D-A0D7-3DADC98DECF2}" dt="2026-06-02T10:04:30.866" v="2087" actId="478"/>
          <ac:spMkLst>
            <pc:docMk/>
            <pc:sldMk cId="0" sldId="268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34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10396728" y="5029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Shape 2"/>
          <p:cNvSpPr/>
          <p:nvPr/>
        </p:nvSpPr>
        <p:spPr>
          <a:xfrm>
            <a:off x="10780776" y="5029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11164824" y="5029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11548872" y="5029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10012680" y="886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10396728" y="886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10780776" y="886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1164824" y="886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1548872" y="88696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10012680" y="12710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10396728" y="12710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10780776" y="12710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11164824" y="12710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11548872" y="12710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10012680" y="16550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10396728" y="16550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10780776" y="16550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11164824" y="16550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11548872" y="16550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10012680" y="203911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0396728" y="203911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10780776" y="203911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11164824" y="203911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11548872" y="203911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27" name="Image 0" descr="icons/chip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-548640" y="4297680"/>
            <a:ext cx="3108960" cy="31089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24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MASTEROPPGAVE  ·  NTNU  ·  ELEKTRONISK SYSTEMDESIGN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1520" y="18288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Reconfigurable Hardware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for a TM Composite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777240" y="489204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0E2530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2" name="Shape 29"/>
          <p:cNvSpPr/>
          <p:nvPr/>
        </p:nvSpPr>
        <p:spPr>
          <a:xfrm>
            <a:off x="1005840" y="5120640"/>
            <a:ext cx="457200" cy="45720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3" name="Image 1" descr="icons/grad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5244084"/>
            <a:ext cx="210312" cy="21031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60020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Kristoffer Gillis Arbo de Besche
</a:t>
            </a:r>
            <a:r>
              <a:rPr lang="en-US" sz="125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Elektronisk systemdesign og innovasjon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0332720" y="6126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 ENKELT FORKLART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maskin som lærer seg regler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Tsetlin-maskin gjenkjenner ting ved å sjekke enkle JA/NEI-regler — omtrent slik vi mennesker beskriver verden: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03504" y="288036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603504" y="2880360"/>
            <a:ext cx="5074920" cy="658368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603504" y="288036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603504" y="3291840"/>
            <a:ext cx="5074920" cy="301752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804672" y="3026664"/>
            <a:ext cx="420624" cy="420624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3" name="Image 0" descr="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36392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80744" y="288036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23544" y="3813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6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877056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53312" y="37764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motor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923544" y="408379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23544" y="42702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0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34256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53312" y="4233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hjul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923544" y="47274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CE9E8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4" name="Image 3" descr="icons/ti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791456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53312" y="46908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IKKE vinger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6510528" y="288036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7" name="Shape 21"/>
          <p:cNvSpPr/>
          <p:nvPr/>
        </p:nvSpPr>
        <p:spPr>
          <a:xfrm>
            <a:off x="6510528" y="2880360"/>
            <a:ext cx="5074920" cy="658368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Shape 22"/>
          <p:cNvSpPr/>
          <p:nvPr/>
        </p:nvSpPr>
        <p:spPr>
          <a:xfrm>
            <a:off x="6510528" y="288036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3"/>
          <p:cNvSpPr/>
          <p:nvPr/>
        </p:nvSpPr>
        <p:spPr>
          <a:xfrm>
            <a:off x="6510528" y="3291840"/>
            <a:ext cx="5074920" cy="301752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Shape 24"/>
          <p:cNvSpPr/>
          <p:nvPr/>
        </p:nvSpPr>
        <p:spPr>
          <a:xfrm>
            <a:off x="6711696" y="3026664"/>
            <a:ext cx="420624" cy="420624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1" name="Image 4" descr="icons/pla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313639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87768" y="288036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FLY</a:t>
            </a:r>
            <a:endParaRPr lang="en-US" sz="2100" dirty="0"/>
          </a:p>
        </p:txBody>
      </p:sp>
      <p:sp>
        <p:nvSpPr>
          <p:cNvPr id="33" name="Shape 26"/>
          <p:cNvSpPr/>
          <p:nvPr/>
        </p:nvSpPr>
        <p:spPr>
          <a:xfrm>
            <a:off x="6830568" y="3813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34" name="Image 5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387705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60336" y="37764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motor</a:t>
            </a:r>
            <a:endParaRPr lang="en-US" sz="1550" dirty="0"/>
          </a:p>
        </p:txBody>
      </p:sp>
      <p:sp>
        <p:nvSpPr>
          <p:cNvPr id="36" name="Text 28"/>
          <p:cNvSpPr/>
          <p:nvPr/>
        </p:nvSpPr>
        <p:spPr>
          <a:xfrm>
            <a:off x="6830568" y="40325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830568" y="42702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38" name="Image 6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334256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260336" y="4233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hjul</a:t>
            </a:r>
            <a:endParaRPr lang="en-US" sz="1550" dirty="0"/>
          </a:p>
        </p:txBody>
      </p:sp>
      <p:sp>
        <p:nvSpPr>
          <p:cNvPr id="40" name="Text 31"/>
          <p:cNvSpPr/>
          <p:nvPr/>
        </p:nvSpPr>
        <p:spPr>
          <a:xfrm>
            <a:off x="6830568" y="44897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830568" y="47274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42" name="Image 7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791456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60336" y="46908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vinger</a:t>
            </a:r>
            <a:endParaRPr lang="en-US" sz="1550" dirty="0"/>
          </a:p>
        </p:txBody>
      </p:sp>
      <p:sp>
        <p:nvSpPr>
          <p:cNvPr id="44" name="Shape 34"/>
          <p:cNvSpPr/>
          <p:nvPr/>
        </p:nvSpPr>
        <p:spPr>
          <a:xfrm>
            <a:off x="7498080" y="17830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A1A24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45" name="Image 8" descr="icons/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993392"/>
            <a:ext cx="457200" cy="4572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321040" y="17830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Maskinen lærer slike regler helt av seg selv — fra tusenvis av eksempler.</a:t>
            </a:r>
            <a:endParaRPr lang="en-US" sz="1350" dirty="0"/>
          </a:p>
        </p:txBody>
      </p:sp>
      <p:sp>
        <p:nvSpPr>
          <p:cNvPr id="47" name="Text 36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388A47CD-DAA2-B94D-23E0-6F2D359F0535}"/>
              </a:ext>
            </a:extLst>
          </p:cNvPr>
          <p:cNvSpPr/>
          <p:nvPr/>
        </p:nvSpPr>
        <p:spPr>
          <a:xfrm>
            <a:off x="941832" y="453423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 ENKELT FORKLART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Reglene stemmer — og flertallet vinner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et nytt bilde </a:t>
            </a:r>
            <a:r>
              <a:rPr lang="en-US" sz="16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sjekker</a:t>
            </a: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Tsetlin-maskinen</a:t>
            </a: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alle reglene sine. Hver regel som passer, gir en «stemme» til en klasse. Klassen med flest stemmer blir svaret.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" y="2880360"/>
            <a:ext cx="22860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603504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 INN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35024" y="3520440"/>
            <a:ext cx="822960" cy="822960"/>
          </a:xfrm>
          <a:prstGeom prst="ellipse">
            <a:avLst/>
          </a:prstGeom>
          <a:solidFill>
            <a:srgbClr val="E6F4F1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1" name="Image 0" descr="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758184"/>
            <a:ext cx="347472" cy="347472"/>
          </a:xfrm>
          <a:prstGeom prst="rect">
            <a:avLst/>
          </a:prstGeom>
        </p:spPr>
      </p:pic>
      <p:pic>
        <p:nvPicPr>
          <p:cNvPr id="12" name="Image 1" descr="icons/image.png"/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1563624" y="3749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4480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er dette?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999232" y="4114800"/>
            <a:ext cx="521208" cy="0"/>
          </a:xfrm>
          <a:prstGeom prst="line">
            <a:avLst/>
          </a:prstGeom>
          <a:noFill/>
          <a:ln w="3175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1"/>
          <p:cNvSpPr/>
          <p:nvPr/>
        </p:nvSpPr>
        <p:spPr>
          <a:xfrm rot="5400000">
            <a:off x="3493008" y="4037076"/>
            <a:ext cx="155448" cy="155448"/>
          </a:xfrm>
          <a:prstGeom prst="rtTriangl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2"/>
          <p:cNvSpPr/>
          <p:nvPr/>
        </p:nvSpPr>
        <p:spPr>
          <a:xfrm>
            <a:off x="3749040" y="288036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7" name="Text 13"/>
          <p:cNvSpPr/>
          <p:nvPr/>
        </p:nvSpPr>
        <p:spPr>
          <a:xfrm>
            <a:off x="37490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REGLENE STEMMER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950208" y="3483864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0F3F3"/>
          </a:solidFill>
          <a:ln w="12700">
            <a:solidFill>
              <a:srgbClr val="D7E4E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19" name="Image 2" descr="icons/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58444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15968" y="34838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«har motor + hjul»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09360" y="34838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950208" y="3941064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E6F4F1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23" name="Image 3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041648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15968" y="39410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«har pels + ører»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309360" y="39410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KATT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950208" y="4398264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0F3F3"/>
          </a:solidFill>
          <a:ln w="12700">
            <a:solidFill>
              <a:srgbClr val="D7E4E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27" name="Image 4" descr="icons/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498848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15968" y="43982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«har vinger»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309360" y="4398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950208" y="4855464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E6F4F1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31" name="Image 5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956048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15968" y="48554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«har værhår»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309360" y="48554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KATT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516368" y="4114800"/>
            <a:ext cx="521208" cy="0"/>
          </a:xfrm>
          <a:prstGeom prst="line">
            <a:avLst/>
          </a:prstGeom>
          <a:noFill/>
          <a:ln w="3175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Shape 27"/>
          <p:cNvSpPr/>
          <p:nvPr/>
        </p:nvSpPr>
        <p:spPr>
          <a:xfrm rot="5400000">
            <a:off x="8010144" y="4037076"/>
            <a:ext cx="155448" cy="155448"/>
          </a:xfrm>
          <a:prstGeom prst="rtTriangl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28"/>
          <p:cNvSpPr/>
          <p:nvPr/>
        </p:nvSpPr>
        <p:spPr>
          <a:xfrm>
            <a:off x="8275320" y="2880360"/>
            <a:ext cx="3310128" cy="2468880"/>
          </a:xfrm>
          <a:prstGeom prst="roundRect">
            <a:avLst>
              <a:gd name="adj" fmla="val 3704"/>
            </a:avLst>
          </a:prstGeom>
          <a:solidFill>
            <a:srgbClr val="0A1A24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7" name="Text 29"/>
          <p:cNvSpPr/>
          <p:nvPr/>
        </p:nvSpPr>
        <p:spPr>
          <a:xfrm>
            <a:off x="8275320" y="306324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458200" y="3520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9235440" y="3547872"/>
            <a:ext cx="2103120" cy="219456"/>
          </a:xfrm>
          <a:prstGeom prst="roundRect">
            <a:avLst>
              <a:gd name="adj" fmla="val 12500"/>
            </a:avLst>
          </a:prstGeom>
          <a:solidFill>
            <a:srgbClr val="16313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Shape 32"/>
          <p:cNvSpPr/>
          <p:nvPr/>
        </p:nvSpPr>
        <p:spPr>
          <a:xfrm>
            <a:off x="9235440" y="3547872"/>
            <a:ext cx="1808683" cy="219456"/>
          </a:xfrm>
          <a:prstGeom prst="roundRect">
            <a:avLst>
              <a:gd name="adj" fmla="val 12500"/>
            </a:avLst>
          </a:prstGeom>
          <a:solidFill>
            <a:srgbClr val="5EEAD4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1" name="Text 33"/>
          <p:cNvSpPr/>
          <p:nvPr/>
        </p:nvSpPr>
        <p:spPr>
          <a:xfrm>
            <a:off x="8458200" y="39044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9235440" y="3931920"/>
            <a:ext cx="2103120" cy="219456"/>
          </a:xfrm>
          <a:prstGeom prst="roundRect">
            <a:avLst>
              <a:gd name="adj" fmla="val 12500"/>
            </a:avLst>
          </a:prstGeom>
          <a:solidFill>
            <a:srgbClr val="16313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Shape 35"/>
          <p:cNvSpPr/>
          <p:nvPr/>
        </p:nvSpPr>
        <p:spPr>
          <a:xfrm>
            <a:off x="9235440" y="3931920"/>
            <a:ext cx="378562" cy="219456"/>
          </a:xfrm>
          <a:prstGeom prst="roundRect">
            <a:avLst>
              <a:gd name="adj" fmla="val 12500"/>
            </a:avLst>
          </a:prstGeom>
          <a:solidFill>
            <a:srgbClr val="2C4A5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4" name="Text 36"/>
          <p:cNvSpPr/>
          <p:nvPr/>
        </p:nvSpPr>
        <p:spPr>
          <a:xfrm>
            <a:off x="8458200" y="4288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9235440" y="4315968"/>
            <a:ext cx="2103120" cy="219456"/>
          </a:xfrm>
          <a:prstGeom prst="roundRect">
            <a:avLst>
              <a:gd name="adj" fmla="val 12500"/>
            </a:avLst>
          </a:prstGeom>
          <a:solidFill>
            <a:srgbClr val="16313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38"/>
          <p:cNvSpPr/>
          <p:nvPr/>
        </p:nvSpPr>
        <p:spPr>
          <a:xfrm>
            <a:off x="9235440" y="4315968"/>
            <a:ext cx="210312" cy="219456"/>
          </a:xfrm>
          <a:prstGeom prst="roundRect">
            <a:avLst>
              <a:gd name="adj" fmla="val 13043"/>
            </a:avLst>
          </a:prstGeom>
          <a:solidFill>
            <a:srgbClr val="2C4A5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Shape 39"/>
          <p:cNvSpPr/>
          <p:nvPr/>
        </p:nvSpPr>
        <p:spPr>
          <a:xfrm>
            <a:off x="8549640" y="4709160"/>
            <a:ext cx="566928" cy="566928"/>
          </a:xfrm>
          <a:prstGeom prst="ellipse">
            <a:avLst/>
          </a:prstGeom>
          <a:solidFill>
            <a:srgbClr val="F5A623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48" name="Image 6" descr="icons/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4855464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189720" y="4663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«Det er en katt!»</a:t>
            </a:r>
            <a:endParaRPr lang="en-US" sz="1800" dirty="0"/>
          </a:p>
        </p:txBody>
      </p:sp>
      <p:sp>
        <p:nvSpPr>
          <p:cNvPr id="50" name="Text 41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026" name="Picture 2" descr="Sibirsk katt - Lær alt om den sibirske katten - ZOO.no">
            <a:extLst>
              <a:ext uri="{FF2B5EF4-FFF2-40B4-BE49-F238E27FC236}">
                <a16:creationId xmlns:a16="http://schemas.microsoft.com/office/drawing/2014/main" id="{C2D35200-568C-BBC9-CD6B-2726543CA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38" y="3267664"/>
            <a:ext cx="1519047" cy="144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Composite – Ny state-of-the-art for </a:t>
            </a:r>
            <a:r>
              <a:rPr lang="en-US" sz="1250" b="1" kern="0" spc="3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Tsetlin-maskiner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«Flere hoder tenker bedre enn ett»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TM Composite er flere Tsetlin-maskiner som samarbeider. Hver «spesialist» </a:t>
            </a:r>
            <a:r>
              <a:rPr lang="en-US" sz="160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prosesserer</a:t>
            </a: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bildet på sin egen måte — </a:t>
            </a:r>
            <a:r>
              <a:rPr lang="en-US" sz="160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</a:t>
            </a: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slås</a:t>
            </a: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vurderingene</a:t>
            </a: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sammen</a:t>
            </a: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60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felles, sikrere svar.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2395728" cy="1783080"/>
          </a:xfrm>
          <a:prstGeom prst="roundRect">
            <a:avLst>
              <a:gd name="adj" fmla="val 5128"/>
            </a:avLst>
          </a:prstGeom>
          <a:solidFill>
            <a:srgbClr val="0E2530"/>
          </a:solidFill>
          <a:ln w="12700">
            <a:solidFill>
              <a:srgbClr val="0E8C8C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1609344" y="3017520"/>
            <a:ext cx="731520" cy="73152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7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32186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4904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0507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mindre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deler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gangen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75104" y="4572000"/>
            <a:ext cx="0" cy="41148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Shape 8"/>
          <p:cNvSpPr/>
          <p:nvPr/>
        </p:nvSpPr>
        <p:spPr>
          <a:xfrm>
            <a:off x="3374136" y="2788920"/>
            <a:ext cx="2395728" cy="1783080"/>
          </a:xfrm>
          <a:prstGeom prst="roundRect">
            <a:avLst>
              <a:gd name="adj" fmla="val 5128"/>
            </a:avLst>
          </a:prstGeom>
          <a:solidFill>
            <a:srgbClr val="0E2530"/>
          </a:solidFill>
          <a:ln w="12700">
            <a:solidFill>
              <a:srgbClr val="0E8C8C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2" name="Shape 9"/>
          <p:cNvSpPr/>
          <p:nvPr/>
        </p:nvSpPr>
        <p:spPr>
          <a:xfrm>
            <a:off x="4206240" y="3017520"/>
            <a:ext cx="731520" cy="73152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3" name="Image 1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2186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74136" y="374904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B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11296" y="40507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større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deler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gangen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0" y="4572000"/>
            <a:ext cx="0" cy="41148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3"/>
          <p:cNvSpPr/>
          <p:nvPr/>
        </p:nvSpPr>
        <p:spPr>
          <a:xfrm>
            <a:off x="5971032" y="2788920"/>
            <a:ext cx="2395728" cy="1783080"/>
          </a:xfrm>
          <a:prstGeom prst="roundRect">
            <a:avLst>
              <a:gd name="adj" fmla="val 5128"/>
            </a:avLst>
          </a:prstGeom>
          <a:solidFill>
            <a:srgbClr val="0E2530"/>
          </a:solidFill>
          <a:ln w="12700">
            <a:solidFill>
              <a:srgbClr val="0E8C8C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8" name="Shape 14"/>
          <p:cNvSpPr/>
          <p:nvPr/>
        </p:nvSpPr>
        <p:spPr>
          <a:xfrm>
            <a:off x="6803136" y="3017520"/>
            <a:ext cx="731520" cy="73152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9" name="Image 2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32186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71032" y="374904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C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08192" y="40507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 </a:t>
            </a:r>
            <a:r>
              <a:rPr lang="en-US" sz="120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filter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168896" y="4572000"/>
            <a:ext cx="0" cy="41148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Shape 18"/>
          <p:cNvSpPr/>
          <p:nvPr/>
        </p:nvSpPr>
        <p:spPr>
          <a:xfrm>
            <a:off x="8567928" y="2788920"/>
            <a:ext cx="2395728" cy="1783080"/>
          </a:xfrm>
          <a:prstGeom prst="roundRect">
            <a:avLst>
              <a:gd name="adj" fmla="val 5128"/>
            </a:avLst>
          </a:prstGeom>
          <a:solidFill>
            <a:srgbClr val="0E2530"/>
          </a:solidFill>
          <a:ln w="12700">
            <a:solidFill>
              <a:srgbClr val="0E8C8C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4" name="Shape 19"/>
          <p:cNvSpPr/>
          <p:nvPr/>
        </p:nvSpPr>
        <p:spPr>
          <a:xfrm>
            <a:off x="9400032" y="3017520"/>
            <a:ext cx="731520" cy="73152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25" name="Image 3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21868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67928" y="374904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05088" y="40507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de store linjene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765792" y="4572000"/>
            <a:ext cx="0" cy="41148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9" name="Shape 23"/>
          <p:cNvSpPr/>
          <p:nvPr/>
        </p:nvSpPr>
        <p:spPr>
          <a:xfrm>
            <a:off x="777240" y="5212080"/>
            <a:ext cx="10186416" cy="914400"/>
          </a:xfrm>
          <a:prstGeom prst="roundRect">
            <a:avLst>
              <a:gd name="adj" fmla="val 10000"/>
            </a:avLst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0" name="Shape 24"/>
          <p:cNvSpPr/>
          <p:nvPr/>
        </p:nvSpPr>
        <p:spPr>
          <a:xfrm>
            <a:off x="1051560" y="53949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1" name="Image 4" descr="icons/v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53212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5212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Felles avstemning  </a:t>
            </a:r>
            <a:r>
              <a:rPr lang="en-US" sz="15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ett samlet svar med høyere treffsikkerhet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MOTIVASJON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Generelt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Hardware holder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ikke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tritt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</a:t>
            </a:r>
            <a:r>
              <a:rPr lang="en-US" sz="16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algoritmer</a:t>
            </a: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akselereres av </a:t>
            </a:r>
            <a:r>
              <a:rPr lang="en-US" sz="16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spesialisert</a:t>
            </a: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— </a:t>
            </a:r>
            <a:r>
              <a:rPr lang="en-US" sz="16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egne</a:t>
            </a: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chipper bygget for jobben. Men de to utvikler seg i helt ulikt tempo: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" y="2743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0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14553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944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AI-</a:t>
            </a:r>
            <a:r>
              <a:rPr lang="en-US" sz="1550" b="1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algoritmer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600200" y="3218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hver måned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868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Forskningen går lynraskt — noe nytt kommer hele tiden.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99632" y="2743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6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314553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96328" y="2944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dedikert brikke (ASIC)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196328" y="3218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år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6464808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 designe og produsere en brikke tar lang tid.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03504" y="4892040"/>
            <a:ext cx="11036808" cy="1325880"/>
          </a:xfrm>
          <a:prstGeom prst="roundRect">
            <a:avLst>
              <a:gd name="adj" fmla="val 6897"/>
            </a:avLst>
          </a:prstGeom>
          <a:solidFill>
            <a:srgbClr val="0A1A24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22" name="Image 2" descr="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537667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4892040"/>
            <a:ext cx="9509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Resultatet: 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Chippen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kan være utdatert allerede før den er ferdig. Løsningen er hardware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rekonfigurerbar</a:t>
            </a: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Rekonfigurerbar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FPGA.</a:t>
            </a: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rekonfigurerbart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ASIC</a:t>
            </a:r>
          </a:p>
        </p:txBody>
      </p:sp>
      <p:sp>
        <p:nvSpPr>
          <p:cNvPr id="24" name="Text 19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UTFORDRINGEN, MER PRESIST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tomrom ingen har fylt ennå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ting manglet helt i forskningslitteraturen da prosjektet startet: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" y="23774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0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83464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92224" y="2651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Ingen </a:t>
            </a:r>
            <a:r>
              <a:rPr lang="en-US" sz="18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dedikert</a:t>
            </a:r>
            <a:r>
              <a:rPr lang="en-US" sz="18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r>
              <a:rPr lang="en-US" sz="18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en TM Composite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23544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fantes ingen 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dokumentert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hardware-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akselerator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Composite.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54496" y="23774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5" name="Image 1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83464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43216" y="2651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Ingen </a:t>
            </a:r>
            <a:r>
              <a:rPr lang="en-US" sz="18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justerbar</a:t>
            </a:r>
            <a:r>
              <a:rPr lang="en-US" sz="18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patch-size I hardware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74536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hardware for 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Tsetlin-maskin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rekonfigurerbar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patch-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størrelse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</a:t>
            </a:r>
            <a:r>
              <a:rPr lang="en-US" sz="14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stort utsnitt av bildet hver regel ser på.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03504" y="4846320"/>
            <a:ext cx="11036808" cy="1371600"/>
          </a:xfrm>
          <a:prstGeom prst="roundRect">
            <a:avLst>
              <a:gd name="adj" fmla="val 6667"/>
            </a:avLst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9" name="Shape 15"/>
          <p:cNvSpPr/>
          <p:nvPr/>
        </p:nvSpPr>
        <p:spPr>
          <a:xfrm>
            <a:off x="914400" y="5175504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20" name="Image 2" descr="icons/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32180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84632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Målet mitt:  </a:t>
            </a:r>
            <a:r>
              <a:rPr lang="en-US" sz="1600" dirty="0" err="1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implementere</a:t>
            </a:r>
            <a:r>
              <a:rPr lang="en-US" sz="16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600" dirty="0" err="1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rekonfigurerbart</a:t>
            </a:r>
            <a:r>
              <a:rPr lang="en-US" sz="16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hardware-design som kan opptre som flere ulike spesialister i en TM Composite — </a:t>
            </a:r>
            <a:r>
              <a:rPr lang="en-US" sz="1600" dirty="0" err="1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6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FPGA-brikke.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 BIDRAG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rekonfigurerbar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stedet for fire brikker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603504" y="214884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F7E9E6"/>
          </a:solidFill>
          <a:ln w="12700">
            <a:solidFill>
              <a:srgbClr val="E9C9C2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603504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TUNGE MÅTEN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5877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 egne maskinvarekretser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0632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C4B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11" name="Image 0" descr="icons/chip_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673352" y="322783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30632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C4B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14" name="Image 1" descr="icons/chip_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005072" y="322783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B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60120" y="43891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C4B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17" name="Image 2" descr="icons/chip_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673352" y="455371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5102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C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91840" y="43891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C4B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20" name="Image 3" descr="icons/chip_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005072" y="455371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291840" y="5102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Spesialist 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77240" y="5760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 err="1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Bortkastet</a:t>
            </a:r>
            <a:r>
              <a:rPr lang="en-US" sz="125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brikkeareal</a:t>
            </a:r>
            <a:endParaRPr lang="en-US" sz="1250" dirty="0"/>
          </a:p>
        </p:txBody>
      </p:sp>
      <p:pic>
        <p:nvPicPr>
          <p:cNvPr id="23" name="Image 4" descr="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977640"/>
            <a:ext cx="594360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583680" y="2148840"/>
            <a:ext cx="5056632" cy="4023360"/>
          </a:xfrm>
          <a:prstGeom prst="roundRect">
            <a:avLst>
              <a:gd name="adj" fmla="val 2273"/>
            </a:avLst>
          </a:prstGeom>
          <a:solidFill>
            <a:srgbClr val="E7F4F1"/>
          </a:solidFill>
          <a:ln w="12700">
            <a:solidFill>
              <a:srgbClr val="BFE3DC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5" name="Text 18"/>
          <p:cNvSpPr/>
          <p:nvPr/>
        </p:nvSpPr>
        <p:spPr>
          <a:xfrm>
            <a:off x="6583680" y="233172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LØSNING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583680" y="2587752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 rekonfigurerbar modul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7103165" y="3584448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28" name="Image 5" descr="icons/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645" y="3739896"/>
            <a:ext cx="960120" cy="9601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03165" y="46542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 brikke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9150682" y="3617446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1" name="Text 23"/>
          <p:cNvSpPr/>
          <p:nvPr/>
        </p:nvSpPr>
        <p:spPr>
          <a:xfrm>
            <a:off x="9150682" y="36230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10418217" y="3617446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3" name="Text 25"/>
          <p:cNvSpPr/>
          <p:nvPr/>
        </p:nvSpPr>
        <p:spPr>
          <a:xfrm>
            <a:off x="10418217" y="361744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9164925" y="4489704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 dirty="0"/>
          </a:p>
        </p:txBody>
      </p:sp>
      <p:sp>
        <p:nvSpPr>
          <p:cNvPr id="35" name="Text 27"/>
          <p:cNvSpPr/>
          <p:nvPr/>
        </p:nvSpPr>
        <p:spPr>
          <a:xfrm>
            <a:off x="9150682" y="4494342"/>
            <a:ext cx="9601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10405872" y="4498848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Text 29"/>
          <p:cNvSpPr/>
          <p:nvPr/>
        </p:nvSpPr>
        <p:spPr>
          <a:xfrm>
            <a:off x="10405872" y="44988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DESIGNET MITT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556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Bildet strømmer inn og behandles steg for steg. Jeg </a:t>
            </a:r>
            <a:r>
              <a:rPr lang="en-US" sz="155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</a:t>
            </a: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programmert</a:t>
            </a: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hvert steg </a:t>
            </a:r>
            <a:r>
              <a:rPr lang="en-US" sz="155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VHDL.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3504" y="2697480"/>
            <a:ext cx="1883664" cy="201168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603504" y="2697480"/>
            <a:ext cx="1883664" cy="109728"/>
          </a:xfrm>
          <a:prstGeom prst="roundRect">
            <a:avLst>
              <a:gd name="adj" fmla="val 41667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197864" y="2990088"/>
            <a:ext cx="694944" cy="694944"/>
          </a:xfrm>
          <a:prstGeom prst="ellipse">
            <a:avLst/>
          </a:prstGeom>
          <a:solidFill>
            <a:srgbClr val="E6F4F1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1" name="Image 0" descr="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317296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504" y="3721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 inn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4944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RGB-piksler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strømmer inn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578608" y="3593592"/>
            <a:ext cx="201168" cy="219456"/>
          </a:xfrm>
          <a:prstGeom prst="rtTriangl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Shape 12"/>
          <p:cNvSpPr/>
          <p:nvPr/>
        </p:nvSpPr>
        <p:spPr>
          <a:xfrm>
            <a:off x="2871216" y="2697480"/>
            <a:ext cx="1883664" cy="201168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6" name="Shape 13"/>
          <p:cNvSpPr/>
          <p:nvPr/>
        </p:nvSpPr>
        <p:spPr>
          <a:xfrm>
            <a:off x="2871216" y="2697480"/>
            <a:ext cx="1883664" cy="109728"/>
          </a:xfrm>
          <a:prstGeom prst="roundRect">
            <a:avLst>
              <a:gd name="adj" fmla="val 41667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4"/>
          <p:cNvSpPr/>
          <p:nvPr/>
        </p:nvSpPr>
        <p:spPr>
          <a:xfrm>
            <a:off x="3465576" y="2990088"/>
            <a:ext cx="694944" cy="694944"/>
          </a:xfrm>
          <a:prstGeom prst="ellipse">
            <a:avLst/>
          </a:prstGeom>
          <a:solidFill>
            <a:srgbClr val="E6F4F1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8" name="Image 1" descr="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317296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71216" y="3721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b="1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Pikselenkoder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2962656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Standardiserer</a:t>
            </a: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pikselverdier</a:t>
            </a: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846320" y="3593592"/>
            <a:ext cx="201168" cy="219456"/>
          </a:xfrm>
          <a:prstGeom prst="rtTriangl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18"/>
          <p:cNvSpPr/>
          <p:nvPr/>
        </p:nvSpPr>
        <p:spPr>
          <a:xfrm>
            <a:off x="5138928" y="2697480"/>
            <a:ext cx="1883664" cy="201168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3" name="Shape 19"/>
          <p:cNvSpPr/>
          <p:nvPr/>
        </p:nvSpPr>
        <p:spPr>
          <a:xfrm>
            <a:off x="5138928" y="2697480"/>
            <a:ext cx="1883664" cy="109728"/>
          </a:xfrm>
          <a:prstGeom prst="roundRect">
            <a:avLst>
              <a:gd name="adj" fmla="val 41667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0"/>
          <p:cNvSpPr/>
          <p:nvPr/>
        </p:nvSpPr>
        <p:spPr>
          <a:xfrm>
            <a:off x="5733288" y="2990088"/>
            <a:ext cx="694944" cy="694944"/>
          </a:xfrm>
          <a:prstGeom prst="ellipse">
            <a:avLst/>
          </a:prstGeom>
          <a:solidFill>
            <a:srgbClr val="FDEFD8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25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317296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38928" y="3721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</a:t>
            </a:r>
            <a:endParaRPr lang="en-US" sz="14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230368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klipper bildet i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små utsnitt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114032" y="3593592"/>
            <a:ext cx="201168" cy="219456"/>
          </a:xfrm>
          <a:prstGeom prst="rtTriangl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4"/>
          <p:cNvSpPr/>
          <p:nvPr/>
        </p:nvSpPr>
        <p:spPr>
          <a:xfrm>
            <a:off x="7406640" y="2697480"/>
            <a:ext cx="1883664" cy="201168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0" name="Shape 25"/>
          <p:cNvSpPr/>
          <p:nvPr/>
        </p:nvSpPr>
        <p:spPr>
          <a:xfrm>
            <a:off x="7406640" y="2697480"/>
            <a:ext cx="1883664" cy="109728"/>
          </a:xfrm>
          <a:prstGeom prst="roundRect">
            <a:avLst>
              <a:gd name="adj" fmla="val 41667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6"/>
          <p:cNvSpPr/>
          <p:nvPr/>
        </p:nvSpPr>
        <p:spPr>
          <a:xfrm>
            <a:off x="8001000" y="2990088"/>
            <a:ext cx="694944" cy="694944"/>
          </a:xfrm>
          <a:prstGeom prst="ellipse">
            <a:avLst/>
          </a:prstGeom>
          <a:solidFill>
            <a:srgbClr val="FDEFD8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2" name="Image 3" descr="icons/chi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17296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06640" y="3721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b="1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Reglene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7498080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reglene stemmer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klassene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381744" y="3593592"/>
            <a:ext cx="201168" cy="219456"/>
          </a:xfrm>
          <a:prstGeom prst="rtTriangl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0"/>
          <p:cNvSpPr/>
          <p:nvPr/>
        </p:nvSpPr>
        <p:spPr>
          <a:xfrm>
            <a:off x="9674352" y="2697480"/>
            <a:ext cx="1883664" cy="201168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7" name="Shape 31"/>
          <p:cNvSpPr/>
          <p:nvPr/>
        </p:nvSpPr>
        <p:spPr>
          <a:xfrm>
            <a:off x="9674352" y="2697480"/>
            <a:ext cx="1883664" cy="109728"/>
          </a:xfrm>
          <a:prstGeom prst="roundRect">
            <a:avLst>
              <a:gd name="adj" fmla="val 41667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Shape 32"/>
          <p:cNvSpPr/>
          <p:nvPr/>
        </p:nvSpPr>
        <p:spPr>
          <a:xfrm>
            <a:off x="10268712" y="2990088"/>
            <a:ext cx="694944" cy="694944"/>
          </a:xfrm>
          <a:prstGeom prst="ellipse">
            <a:avLst/>
          </a:prstGeom>
          <a:solidFill>
            <a:srgbClr val="E6F4F1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9" name="Image 4" descr="icons/vo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2" y="3172968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74352" y="3721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Klassesummer</a:t>
            </a:r>
            <a:endParaRPr lang="en-US" sz="1450" dirty="0"/>
          </a:p>
        </p:txBody>
      </p:sp>
      <p:sp>
        <p:nvSpPr>
          <p:cNvPr id="41" name="Text 34"/>
          <p:cNvSpPr/>
          <p:nvPr/>
        </p:nvSpPr>
        <p:spPr>
          <a:xfrm>
            <a:off x="9765792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Summerer </a:t>
            </a:r>
            <a:r>
              <a:rPr lang="en-US" sz="11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stemmene</a:t>
            </a: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</a:t>
            </a: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</a:t>
            </a: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output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603504" y="507492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12700">
            <a:solidFill>
              <a:srgbClr val="F0DDB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44" name="Image 5" descr="icons/slid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5495544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600200" y="50749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Innstilling (GPIO):  </a:t>
            </a:r>
            <a:r>
              <a:rPr lang="en-US" sz="13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velger patch-størrelse — hvor stort utsnitt hvert steg ser på.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6199632" y="507492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12700">
            <a:solidFill>
              <a:srgbClr val="F0DDB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48" name="Image 6" descr="icons/mem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5495544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196328" y="50749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 (BRAM):  </a:t>
            </a:r>
            <a:r>
              <a:rPr lang="en-US" sz="13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laster inn den ferdigtrente modellens regler og vekter.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59"/>
          <p:cNvSpPr/>
          <p:nvPr/>
        </p:nvSpPr>
        <p:spPr>
          <a:xfrm>
            <a:off x="6812280" y="2788920"/>
            <a:ext cx="4828032" cy="1874520"/>
          </a:xfrm>
          <a:prstGeom prst="roundRect">
            <a:avLst>
              <a:gd name="adj" fmla="val 4878"/>
            </a:avLst>
          </a:prstGeom>
          <a:solidFill>
            <a:srgbClr val="0A1A24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80" name="Shape 165">
            <a:extLst>
              <a:ext uri="{FF2B5EF4-FFF2-40B4-BE49-F238E27FC236}">
                <a16:creationId xmlns:a16="http://schemas.microsoft.com/office/drawing/2014/main" id="{8E8CCCC6-0011-5292-6FB4-929ACAB986F3}"/>
              </a:ext>
            </a:extLst>
          </p:cNvPr>
          <p:cNvSpPr/>
          <p:nvPr/>
        </p:nvSpPr>
        <p:spPr>
          <a:xfrm>
            <a:off x="7050024" y="3310128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6313B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9" name="Shape 165">
            <a:extLst>
              <a:ext uri="{FF2B5EF4-FFF2-40B4-BE49-F238E27FC236}">
                <a16:creationId xmlns:a16="http://schemas.microsoft.com/office/drawing/2014/main" id="{68AE1443-09FF-69F7-6890-6774BA4A375F}"/>
              </a:ext>
            </a:extLst>
          </p:cNvPr>
          <p:cNvSpPr/>
          <p:nvPr/>
        </p:nvSpPr>
        <p:spPr>
          <a:xfrm>
            <a:off x="8138160" y="3309001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6313B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NØKKELBRIKKE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Justerbar «synsvidde» — patch-størrelse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55648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Patch-generatoren lar et lite vindu gli over bildet og plukke ut utsnitt. Det samme kretsverket kan stilles inn på fire ulike vindusstørrelser.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3504" y="2788920"/>
            <a:ext cx="60350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069848" y="306324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316736" y="3063240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1563624" y="3063240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1810512" y="3063240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2057400" y="306324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2304288" y="306324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2551176" y="3063240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2798064" y="3063240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3044952" y="3063240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3291840" y="306324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3538728" y="306324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22960" y="331012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1069848" y="331012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316736" y="3310128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1563624" y="3310128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1810512" y="3310128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2057400" y="331012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2304288" y="331012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2551176" y="3310128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2798064" y="3310128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Shape 28"/>
          <p:cNvSpPr/>
          <p:nvPr/>
        </p:nvSpPr>
        <p:spPr>
          <a:xfrm>
            <a:off x="3044952" y="3310128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3291840" y="331012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Shape 30"/>
          <p:cNvSpPr/>
          <p:nvPr/>
        </p:nvSpPr>
        <p:spPr>
          <a:xfrm>
            <a:off x="3538728" y="331012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822960" y="3557016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1069848" y="3557016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5" name="Shape 33"/>
          <p:cNvSpPr/>
          <p:nvPr/>
        </p:nvSpPr>
        <p:spPr>
          <a:xfrm>
            <a:off x="1316736" y="3557016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1563624" y="3557016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1810512" y="3557016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Shape 36"/>
          <p:cNvSpPr/>
          <p:nvPr/>
        </p:nvSpPr>
        <p:spPr>
          <a:xfrm>
            <a:off x="2057400" y="3557016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9" name="Shape 37"/>
          <p:cNvSpPr/>
          <p:nvPr/>
        </p:nvSpPr>
        <p:spPr>
          <a:xfrm>
            <a:off x="2304288" y="3557016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Shape 38"/>
          <p:cNvSpPr/>
          <p:nvPr/>
        </p:nvSpPr>
        <p:spPr>
          <a:xfrm>
            <a:off x="2551176" y="3557016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2798064" y="3557016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3044952" y="3557016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Shape 41"/>
          <p:cNvSpPr/>
          <p:nvPr/>
        </p:nvSpPr>
        <p:spPr>
          <a:xfrm>
            <a:off x="3291840" y="3557016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4" name="Shape 42"/>
          <p:cNvSpPr/>
          <p:nvPr/>
        </p:nvSpPr>
        <p:spPr>
          <a:xfrm>
            <a:off x="3538728" y="3557016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5" name="Shape 43"/>
          <p:cNvSpPr/>
          <p:nvPr/>
        </p:nvSpPr>
        <p:spPr>
          <a:xfrm>
            <a:off x="822960" y="3803904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44"/>
          <p:cNvSpPr/>
          <p:nvPr/>
        </p:nvSpPr>
        <p:spPr>
          <a:xfrm>
            <a:off x="1069848" y="3803904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Shape 45"/>
          <p:cNvSpPr/>
          <p:nvPr/>
        </p:nvSpPr>
        <p:spPr>
          <a:xfrm>
            <a:off x="1316736" y="3803904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8" name="Shape 46"/>
          <p:cNvSpPr/>
          <p:nvPr/>
        </p:nvSpPr>
        <p:spPr>
          <a:xfrm>
            <a:off x="1563624" y="3803904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9" name="Shape 47"/>
          <p:cNvSpPr/>
          <p:nvPr/>
        </p:nvSpPr>
        <p:spPr>
          <a:xfrm>
            <a:off x="1810512" y="3803904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0" name="Shape 48"/>
          <p:cNvSpPr/>
          <p:nvPr/>
        </p:nvSpPr>
        <p:spPr>
          <a:xfrm>
            <a:off x="2057400" y="3803904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1" name="Shape 49"/>
          <p:cNvSpPr/>
          <p:nvPr/>
        </p:nvSpPr>
        <p:spPr>
          <a:xfrm>
            <a:off x="2304288" y="3803904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2" name="Shape 50"/>
          <p:cNvSpPr/>
          <p:nvPr/>
        </p:nvSpPr>
        <p:spPr>
          <a:xfrm>
            <a:off x="2551176" y="3803904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3" name="Shape 51"/>
          <p:cNvSpPr/>
          <p:nvPr/>
        </p:nvSpPr>
        <p:spPr>
          <a:xfrm>
            <a:off x="2798064" y="3803904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4" name="Shape 52"/>
          <p:cNvSpPr/>
          <p:nvPr/>
        </p:nvSpPr>
        <p:spPr>
          <a:xfrm>
            <a:off x="3044952" y="3803904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5" name="Shape 53"/>
          <p:cNvSpPr/>
          <p:nvPr/>
        </p:nvSpPr>
        <p:spPr>
          <a:xfrm>
            <a:off x="3291840" y="3803904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6" name="Shape 54"/>
          <p:cNvSpPr/>
          <p:nvPr/>
        </p:nvSpPr>
        <p:spPr>
          <a:xfrm>
            <a:off x="3538728" y="3803904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7" name="Shape 55"/>
          <p:cNvSpPr/>
          <p:nvPr/>
        </p:nvSpPr>
        <p:spPr>
          <a:xfrm>
            <a:off x="822960" y="4050792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8" name="Shape 56"/>
          <p:cNvSpPr/>
          <p:nvPr/>
        </p:nvSpPr>
        <p:spPr>
          <a:xfrm>
            <a:off x="1069848" y="4050792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9" name="Shape 57"/>
          <p:cNvSpPr/>
          <p:nvPr/>
        </p:nvSpPr>
        <p:spPr>
          <a:xfrm>
            <a:off x="1316736" y="4050792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0" name="Shape 58"/>
          <p:cNvSpPr/>
          <p:nvPr/>
        </p:nvSpPr>
        <p:spPr>
          <a:xfrm>
            <a:off x="1563624" y="4050792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1" name="Shape 59"/>
          <p:cNvSpPr/>
          <p:nvPr/>
        </p:nvSpPr>
        <p:spPr>
          <a:xfrm>
            <a:off x="1810512" y="4050792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2" name="Shape 60"/>
          <p:cNvSpPr/>
          <p:nvPr/>
        </p:nvSpPr>
        <p:spPr>
          <a:xfrm>
            <a:off x="2057400" y="4050792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3" name="Shape 61"/>
          <p:cNvSpPr/>
          <p:nvPr/>
        </p:nvSpPr>
        <p:spPr>
          <a:xfrm>
            <a:off x="2304288" y="4050792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4" name="Shape 62"/>
          <p:cNvSpPr/>
          <p:nvPr/>
        </p:nvSpPr>
        <p:spPr>
          <a:xfrm>
            <a:off x="2551176" y="4050792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5" name="Shape 63"/>
          <p:cNvSpPr/>
          <p:nvPr/>
        </p:nvSpPr>
        <p:spPr>
          <a:xfrm>
            <a:off x="2798064" y="4050792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6" name="Shape 64"/>
          <p:cNvSpPr/>
          <p:nvPr/>
        </p:nvSpPr>
        <p:spPr>
          <a:xfrm>
            <a:off x="3044952" y="4050792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7" name="Shape 65"/>
          <p:cNvSpPr/>
          <p:nvPr/>
        </p:nvSpPr>
        <p:spPr>
          <a:xfrm>
            <a:off x="3291840" y="4050792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8" name="Shape 66"/>
          <p:cNvSpPr/>
          <p:nvPr/>
        </p:nvSpPr>
        <p:spPr>
          <a:xfrm>
            <a:off x="3538728" y="4050792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9" name="Shape 67"/>
          <p:cNvSpPr/>
          <p:nvPr/>
        </p:nvSpPr>
        <p:spPr>
          <a:xfrm>
            <a:off x="822960" y="429768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0" name="Shape 68"/>
          <p:cNvSpPr/>
          <p:nvPr/>
        </p:nvSpPr>
        <p:spPr>
          <a:xfrm>
            <a:off x="1069848" y="429768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1" name="Shape 69"/>
          <p:cNvSpPr/>
          <p:nvPr/>
        </p:nvSpPr>
        <p:spPr>
          <a:xfrm>
            <a:off x="1316736" y="4297680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2" name="Shape 70"/>
          <p:cNvSpPr/>
          <p:nvPr/>
        </p:nvSpPr>
        <p:spPr>
          <a:xfrm>
            <a:off x="1563624" y="4297680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3" name="Shape 71"/>
          <p:cNvSpPr/>
          <p:nvPr/>
        </p:nvSpPr>
        <p:spPr>
          <a:xfrm>
            <a:off x="1810512" y="4297680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4" name="Shape 72"/>
          <p:cNvSpPr/>
          <p:nvPr/>
        </p:nvSpPr>
        <p:spPr>
          <a:xfrm>
            <a:off x="2057400" y="429768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5" name="Shape 73"/>
          <p:cNvSpPr/>
          <p:nvPr/>
        </p:nvSpPr>
        <p:spPr>
          <a:xfrm>
            <a:off x="2304288" y="429768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6" name="Shape 74"/>
          <p:cNvSpPr/>
          <p:nvPr/>
        </p:nvSpPr>
        <p:spPr>
          <a:xfrm>
            <a:off x="2551176" y="4297680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7" name="Shape 75"/>
          <p:cNvSpPr/>
          <p:nvPr/>
        </p:nvSpPr>
        <p:spPr>
          <a:xfrm>
            <a:off x="2798064" y="4297680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8" name="Shape 76"/>
          <p:cNvSpPr/>
          <p:nvPr/>
        </p:nvSpPr>
        <p:spPr>
          <a:xfrm>
            <a:off x="3044952" y="4297680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9" name="Shape 77"/>
          <p:cNvSpPr/>
          <p:nvPr/>
        </p:nvSpPr>
        <p:spPr>
          <a:xfrm>
            <a:off x="3291840" y="429768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0" name="Shape 78"/>
          <p:cNvSpPr/>
          <p:nvPr/>
        </p:nvSpPr>
        <p:spPr>
          <a:xfrm>
            <a:off x="3538728" y="429768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1" name="Shape 79"/>
          <p:cNvSpPr/>
          <p:nvPr/>
        </p:nvSpPr>
        <p:spPr>
          <a:xfrm>
            <a:off x="822960" y="454456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2" name="Shape 80"/>
          <p:cNvSpPr/>
          <p:nvPr/>
        </p:nvSpPr>
        <p:spPr>
          <a:xfrm>
            <a:off x="1069848" y="454456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3" name="Shape 81"/>
          <p:cNvSpPr/>
          <p:nvPr/>
        </p:nvSpPr>
        <p:spPr>
          <a:xfrm>
            <a:off x="1316736" y="4544568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4" name="Shape 82"/>
          <p:cNvSpPr/>
          <p:nvPr/>
        </p:nvSpPr>
        <p:spPr>
          <a:xfrm>
            <a:off x="1563624" y="4544568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5" name="Shape 83"/>
          <p:cNvSpPr/>
          <p:nvPr/>
        </p:nvSpPr>
        <p:spPr>
          <a:xfrm>
            <a:off x="1810512" y="4544568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6" name="Shape 84"/>
          <p:cNvSpPr/>
          <p:nvPr/>
        </p:nvSpPr>
        <p:spPr>
          <a:xfrm>
            <a:off x="2057400" y="454456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7" name="Shape 85"/>
          <p:cNvSpPr/>
          <p:nvPr/>
        </p:nvSpPr>
        <p:spPr>
          <a:xfrm>
            <a:off x="2304288" y="454456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8" name="Shape 86"/>
          <p:cNvSpPr/>
          <p:nvPr/>
        </p:nvSpPr>
        <p:spPr>
          <a:xfrm>
            <a:off x="2551176" y="4544568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9" name="Shape 87"/>
          <p:cNvSpPr/>
          <p:nvPr/>
        </p:nvSpPr>
        <p:spPr>
          <a:xfrm>
            <a:off x="2798064" y="4544568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0" name="Shape 88"/>
          <p:cNvSpPr/>
          <p:nvPr/>
        </p:nvSpPr>
        <p:spPr>
          <a:xfrm>
            <a:off x="3044952" y="4544568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1" name="Shape 89"/>
          <p:cNvSpPr/>
          <p:nvPr/>
        </p:nvSpPr>
        <p:spPr>
          <a:xfrm>
            <a:off x="3291840" y="454456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2" name="Shape 90"/>
          <p:cNvSpPr/>
          <p:nvPr/>
        </p:nvSpPr>
        <p:spPr>
          <a:xfrm>
            <a:off x="3538728" y="454456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3" name="Shape 91"/>
          <p:cNvSpPr/>
          <p:nvPr/>
        </p:nvSpPr>
        <p:spPr>
          <a:xfrm>
            <a:off x="822960" y="4791456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4" name="Shape 92"/>
          <p:cNvSpPr/>
          <p:nvPr/>
        </p:nvSpPr>
        <p:spPr>
          <a:xfrm>
            <a:off x="1069848" y="4791456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5" name="Shape 93"/>
          <p:cNvSpPr/>
          <p:nvPr/>
        </p:nvSpPr>
        <p:spPr>
          <a:xfrm>
            <a:off x="1316736" y="4791456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6" name="Shape 94"/>
          <p:cNvSpPr/>
          <p:nvPr/>
        </p:nvSpPr>
        <p:spPr>
          <a:xfrm>
            <a:off x="1563624" y="4791456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7" name="Shape 95"/>
          <p:cNvSpPr/>
          <p:nvPr/>
        </p:nvSpPr>
        <p:spPr>
          <a:xfrm>
            <a:off x="1810512" y="4791456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8" name="Shape 96"/>
          <p:cNvSpPr/>
          <p:nvPr/>
        </p:nvSpPr>
        <p:spPr>
          <a:xfrm>
            <a:off x="2057400" y="4791456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9" name="Shape 97"/>
          <p:cNvSpPr/>
          <p:nvPr/>
        </p:nvSpPr>
        <p:spPr>
          <a:xfrm>
            <a:off x="2304288" y="4791456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0" name="Shape 98"/>
          <p:cNvSpPr/>
          <p:nvPr/>
        </p:nvSpPr>
        <p:spPr>
          <a:xfrm>
            <a:off x="2551176" y="4791456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1" name="Shape 99"/>
          <p:cNvSpPr/>
          <p:nvPr/>
        </p:nvSpPr>
        <p:spPr>
          <a:xfrm>
            <a:off x="2798064" y="4791456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2" name="Shape 100"/>
          <p:cNvSpPr/>
          <p:nvPr/>
        </p:nvSpPr>
        <p:spPr>
          <a:xfrm>
            <a:off x="3044952" y="4791456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3" name="Shape 101"/>
          <p:cNvSpPr/>
          <p:nvPr/>
        </p:nvSpPr>
        <p:spPr>
          <a:xfrm>
            <a:off x="3291840" y="4791456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4" name="Shape 102"/>
          <p:cNvSpPr/>
          <p:nvPr/>
        </p:nvSpPr>
        <p:spPr>
          <a:xfrm>
            <a:off x="3538728" y="4791456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5" name="Shape 103"/>
          <p:cNvSpPr/>
          <p:nvPr/>
        </p:nvSpPr>
        <p:spPr>
          <a:xfrm>
            <a:off x="822960" y="5038344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6" name="Shape 104"/>
          <p:cNvSpPr/>
          <p:nvPr/>
        </p:nvSpPr>
        <p:spPr>
          <a:xfrm>
            <a:off x="1069848" y="5038344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7" name="Shape 105"/>
          <p:cNvSpPr/>
          <p:nvPr/>
        </p:nvSpPr>
        <p:spPr>
          <a:xfrm>
            <a:off x="1316736" y="5038344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8" name="Shape 106"/>
          <p:cNvSpPr/>
          <p:nvPr/>
        </p:nvSpPr>
        <p:spPr>
          <a:xfrm>
            <a:off x="1563624" y="5038344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9" name="Shape 107"/>
          <p:cNvSpPr/>
          <p:nvPr/>
        </p:nvSpPr>
        <p:spPr>
          <a:xfrm>
            <a:off x="1810512" y="5038344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0" name="Shape 108"/>
          <p:cNvSpPr/>
          <p:nvPr/>
        </p:nvSpPr>
        <p:spPr>
          <a:xfrm>
            <a:off x="2057400" y="5038344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1" name="Shape 109"/>
          <p:cNvSpPr/>
          <p:nvPr/>
        </p:nvSpPr>
        <p:spPr>
          <a:xfrm>
            <a:off x="2304288" y="5038344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2" name="Shape 110"/>
          <p:cNvSpPr/>
          <p:nvPr/>
        </p:nvSpPr>
        <p:spPr>
          <a:xfrm>
            <a:off x="2551176" y="5038344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3" name="Shape 111"/>
          <p:cNvSpPr/>
          <p:nvPr/>
        </p:nvSpPr>
        <p:spPr>
          <a:xfrm>
            <a:off x="2798064" y="5038344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4" name="Shape 112"/>
          <p:cNvSpPr/>
          <p:nvPr/>
        </p:nvSpPr>
        <p:spPr>
          <a:xfrm>
            <a:off x="3044952" y="5038344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5" name="Shape 113"/>
          <p:cNvSpPr/>
          <p:nvPr/>
        </p:nvSpPr>
        <p:spPr>
          <a:xfrm>
            <a:off x="3291840" y="5038344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6" name="Shape 114"/>
          <p:cNvSpPr/>
          <p:nvPr/>
        </p:nvSpPr>
        <p:spPr>
          <a:xfrm>
            <a:off x="3538728" y="5038344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7" name="Shape 115"/>
          <p:cNvSpPr/>
          <p:nvPr/>
        </p:nvSpPr>
        <p:spPr>
          <a:xfrm>
            <a:off x="822960" y="5285232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8" name="Shape 116"/>
          <p:cNvSpPr/>
          <p:nvPr/>
        </p:nvSpPr>
        <p:spPr>
          <a:xfrm>
            <a:off x="1069848" y="5285232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9" name="Shape 117"/>
          <p:cNvSpPr/>
          <p:nvPr/>
        </p:nvSpPr>
        <p:spPr>
          <a:xfrm>
            <a:off x="1316736" y="5285232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0" name="Shape 118"/>
          <p:cNvSpPr/>
          <p:nvPr/>
        </p:nvSpPr>
        <p:spPr>
          <a:xfrm>
            <a:off x="1563624" y="5285232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1" name="Shape 119"/>
          <p:cNvSpPr/>
          <p:nvPr/>
        </p:nvSpPr>
        <p:spPr>
          <a:xfrm>
            <a:off x="1810512" y="5285232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2" name="Shape 120"/>
          <p:cNvSpPr/>
          <p:nvPr/>
        </p:nvSpPr>
        <p:spPr>
          <a:xfrm>
            <a:off x="2057400" y="5285232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3" name="Shape 121"/>
          <p:cNvSpPr/>
          <p:nvPr/>
        </p:nvSpPr>
        <p:spPr>
          <a:xfrm>
            <a:off x="2304288" y="5285232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4" name="Shape 122"/>
          <p:cNvSpPr/>
          <p:nvPr/>
        </p:nvSpPr>
        <p:spPr>
          <a:xfrm>
            <a:off x="2551176" y="5285232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5" name="Shape 123"/>
          <p:cNvSpPr/>
          <p:nvPr/>
        </p:nvSpPr>
        <p:spPr>
          <a:xfrm>
            <a:off x="2798064" y="5285232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6" name="Shape 124"/>
          <p:cNvSpPr/>
          <p:nvPr/>
        </p:nvSpPr>
        <p:spPr>
          <a:xfrm>
            <a:off x="3044952" y="5285232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7" name="Shape 125"/>
          <p:cNvSpPr/>
          <p:nvPr/>
        </p:nvSpPr>
        <p:spPr>
          <a:xfrm>
            <a:off x="3291840" y="5285232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8" name="Shape 126"/>
          <p:cNvSpPr/>
          <p:nvPr/>
        </p:nvSpPr>
        <p:spPr>
          <a:xfrm>
            <a:off x="3538728" y="5285232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9" name="Shape 127"/>
          <p:cNvSpPr/>
          <p:nvPr/>
        </p:nvSpPr>
        <p:spPr>
          <a:xfrm>
            <a:off x="822960" y="553212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0" name="Shape 128"/>
          <p:cNvSpPr/>
          <p:nvPr/>
        </p:nvSpPr>
        <p:spPr>
          <a:xfrm>
            <a:off x="1069848" y="553212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1" name="Shape 129"/>
          <p:cNvSpPr/>
          <p:nvPr/>
        </p:nvSpPr>
        <p:spPr>
          <a:xfrm>
            <a:off x="1316736" y="5532120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2" name="Shape 130"/>
          <p:cNvSpPr/>
          <p:nvPr/>
        </p:nvSpPr>
        <p:spPr>
          <a:xfrm>
            <a:off x="1563624" y="5532120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3" name="Shape 131"/>
          <p:cNvSpPr/>
          <p:nvPr/>
        </p:nvSpPr>
        <p:spPr>
          <a:xfrm>
            <a:off x="1810512" y="5532120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4" name="Shape 132"/>
          <p:cNvSpPr/>
          <p:nvPr/>
        </p:nvSpPr>
        <p:spPr>
          <a:xfrm>
            <a:off x="2057400" y="553212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5" name="Shape 133"/>
          <p:cNvSpPr/>
          <p:nvPr/>
        </p:nvSpPr>
        <p:spPr>
          <a:xfrm>
            <a:off x="2304288" y="553212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6" name="Shape 134"/>
          <p:cNvSpPr/>
          <p:nvPr/>
        </p:nvSpPr>
        <p:spPr>
          <a:xfrm>
            <a:off x="2551176" y="5532120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7" name="Shape 135"/>
          <p:cNvSpPr/>
          <p:nvPr/>
        </p:nvSpPr>
        <p:spPr>
          <a:xfrm>
            <a:off x="2798064" y="5532120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8" name="Shape 136"/>
          <p:cNvSpPr/>
          <p:nvPr/>
        </p:nvSpPr>
        <p:spPr>
          <a:xfrm>
            <a:off x="3044952" y="5532120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9" name="Shape 137"/>
          <p:cNvSpPr/>
          <p:nvPr/>
        </p:nvSpPr>
        <p:spPr>
          <a:xfrm>
            <a:off x="3291840" y="5532120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0" name="Shape 138"/>
          <p:cNvSpPr/>
          <p:nvPr/>
        </p:nvSpPr>
        <p:spPr>
          <a:xfrm>
            <a:off x="3538728" y="5532120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1" name="Shape 139"/>
          <p:cNvSpPr/>
          <p:nvPr/>
        </p:nvSpPr>
        <p:spPr>
          <a:xfrm>
            <a:off x="822960" y="577900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2" name="Shape 140"/>
          <p:cNvSpPr/>
          <p:nvPr/>
        </p:nvSpPr>
        <p:spPr>
          <a:xfrm>
            <a:off x="1069848" y="577900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3" name="Shape 141"/>
          <p:cNvSpPr/>
          <p:nvPr/>
        </p:nvSpPr>
        <p:spPr>
          <a:xfrm>
            <a:off x="1316736" y="5779008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4" name="Shape 142"/>
          <p:cNvSpPr/>
          <p:nvPr/>
        </p:nvSpPr>
        <p:spPr>
          <a:xfrm>
            <a:off x="1563624" y="5779008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5" name="Shape 143"/>
          <p:cNvSpPr/>
          <p:nvPr/>
        </p:nvSpPr>
        <p:spPr>
          <a:xfrm>
            <a:off x="1810512" y="5779008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6" name="Shape 144"/>
          <p:cNvSpPr/>
          <p:nvPr/>
        </p:nvSpPr>
        <p:spPr>
          <a:xfrm>
            <a:off x="2057400" y="577900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7" name="Shape 145"/>
          <p:cNvSpPr/>
          <p:nvPr/>
        </p:nvSpPr>
        <p:spPr>
          <a:xfrm>
            <a:off x="2304288" y="577900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8" name="Shape 146"/>
          <p:cNvSpPr/>
          <p:nvPr/>
        </p:nvSpPr>
        <p:spPr>
          <a:xfrm>
            <a:off x="2551176" y="5779008"/>
            <a:ext cx="228600" cy="228600"/>
          </a:xfrm>
          <a:prstGeom prst="rect">
            <a:avLst/>
          </a:prstGeom>
          <a:solidFill>
            <a:srgbClr val="A6CEC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9" name="Shape 147"/>
          <p:cNvSpPr/>
          <p:nvPr/>
        </p:nvSpPr>
        <p:spPr>
          <a:xfrm>
            <a:off x="2798064" y="5779008"/>
            <a:ext cx="228600" cy="228600"/>
          </a:xfrm>
          <a:prstGeom prst="rect">
            <a:avLst/>
          </a:prstGeom>
          <a:solidFill>
            <a:srgbClr val="D2E6E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0" name="Shape 148"/>
          <p:cNvSpPr/>
          <p:nvPr/>
        </p:nvSpPr>
        <p:spPr>
          <a:xfrm>
            <a:off x="3044952" y="5779008"/>
            <a:ext cx="228600" cy="228600"/>
          </a:xfrm>
          <a:prstGeom prst="rect">
            <a:avLst/>
          </a:prstGeom>
          <a:solidFill>
            <a:srgbClr val="8FC2B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1" name="Shape 149"/>
          <p:cNvSpPr/>
          <p:nvPr/>
        </p:nvSpPr>
        <p:spPr>
          <a:xfrm>
            <a:off x="3291840" y="5779008"/>
            <a:ext cx="228600" cy="228600"/>
          </a:xfrm>
          <a:prstGeom prst="rect">
            <a:avLst/>
          </a:prstGeom>
          <a:solidFill>
            <a:srgbClr val="BCDAD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2" name="Shape 150"/>
          <p:cNvSpPr/>
          <p:nvPr/>
        </p:nvSpPr>
        <p:spPr>
          <a:xfrm>
            <a:off x="3538728" y="5779008"/>
            <a:ext cx="228600" cy="228600"/>
          </a:xfrm>
          <a:prstGeom prst="rect">
            <a:avLst/>
          </a:prstGeom>
          <a:solidFill>
            <a:srgbClr val="E9F1F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3" name="Shape 151"/>
          <p:cNvSpPr/>
          <p:nvPr/>
        </p:nvSpPr>
        <p:spPr>
          <a:xfrm>
            <a:off x="813816" y="3054096"/>
            <a:ext cx="740664" cy="740664"/>
          </a:xfrm>
          <a:prstGeom prst="rect">
            <a:avLst/>
          </a:prstGeom>
          <a:ln w="381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4" name="Text 152"/>
          <p:cNvSpPr/>
          <p:nvPr/>
        </p:nvSpPr>
        <p:spPr>
          <a:xfrm>
            <a:off x="822960" y="277063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1801368" y="3300984"/>
            <a:ext cx="987552" cy="987552"/>
          </a:xfrm>
          <a:prstGeom prst="rect">
            <a:avLst/>
          </a:prstGeom>
          <a:ln w="38100">
            <a:solidFill>
              <a:srgbClr val="0C6B6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6" name="Text 154"/>
          <p:cNvSpPr/>
          <p:nvPr/>
        </p:nvSpPr>
        <p:spPr>
          <a:xfrm>
            <a:off x="1810512" y="30175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822960" y="4544568"/>
            <a:ext cx="1234440" cy="1234440"/>
          </a:xfrm>
          <a:prstGeom prst="rect">
            <a:avLst/>
          </a:prstGeom>
          <a:ln w="38100">
            <a:solidFill>
              <a:srgbClr val="D98A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8" name="Text 156"/>
          <p:cNvSpPr/>
          <p:nvPr/>
        </p:nvSpPr>
        <p:spPr>
          <a:xfrm>
            <a:off x="1069848" y="4251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2057400" y="4288536"/>
            <a:ext cx="1728216" cy="1728216"/>
          </a:xfrm>
          <a:prstGeom prst="rect">
            <a:avLst/>
          </a:prstGeom>
          <a:ln w="38100">
            <a:solidFill>
              <a:srgbClr val="B4541E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0" name="Text 158"/>
          <p:cNvSpPr/>
          <p:nvPr/>
        </p:nvSpPr>
        <p:spPr>
          <a:xfrm>
            <a:off x="2304288" y="4005072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704088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INNSTILLINGER</a:t>
            </a:r>
            <a:endParaRPr lang="en-US" sz="1150" dirty="0"/>
          </a:p>
        </p:txBody>
      </p:sp>
      <p:sp>
        <p:nvSpPr>
          <p:cNvPr id="166" name="Text 164"/>
          <p:cNvSpPr/>
          <p:nvPr/>
        </p:nvSpPr>
        <p:spPr>
          <a:xfrm>
            <a:off x="8138160" y="33101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4×4</a:t>
            </a:r>
            <a:endParaRPr lang="en-US" sz="1800" dirty="0"/>
          </a:p>
        </p:txBody>
      </p:sp>
      <p:sp>
        <p:nvSpPr>
          <p:cNvPr id="167" name="Shape 165"/>
          <p:cNvSpPr/>
          <p:nvPr/>
        </p:nvSpPr>
        <p:spPr>
          <a:xfrm>
            <a:off x="9235440" y="3310128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6313B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8" name="Text 166"/>
          <p:cNvSpPr/>
          <p:nvPr/>
        </p:nvSpPr>
        <p:spPr>
          <a:xfrm>
            <a:off x="9235440" y="33101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1800" dirty="0"/>
          </a:p>
        </p:txBody>
      </p:sp>
      <p:sp>
        <p:nvSpPr>
          <p:cNvPr id="169" name="Shape 167"/>
          <p:cNvSpPr/>
          <p:nvPr/>
        </p:nvSpPr>
        <p:spPr>
          <a:xfrm>
            <a:off x="10332720" y="3310128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6313B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0" name="Text 168"/>
          <p:cNvSpPr/>
          <p:nvPr/>
        </p:nvSpPr>
        <p:spPr>
          <a:xfrm>
            <a:off x="10332720" y="33101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1800" dirty="0"/>
          </a:p>
        </p:txBody>
      </p:sp>
      <p:sp>
        <p:nvSpPr>
          <p:cNvPr id="171" name="Text 169"/>
          <p:cNvSpPr/>
          <p:nvPr/>
        </p:nvSpPr>
        <p:spPr>
          <a:xfrm>
            <a:off x="7040880" y="4069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piksler per vindu — </a:t>
            </a:r>
            <a:r>
              <a:rPr lang="en-US" sz="1250" i="1" dirty="0" err="1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velges</a:t>
            </a:r>
            <a:r>
              <a:rPr lang="en-US" sz="1250" i="1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GPIO</a:t>
            </a:r>
            <a:endParaRPr lang="en-US" sz="1250" dirty="0"/>
          </a:p>
        </p:txBody>
      </p:sp>
      <p:sp>
        <p:nvSpPr>
          <p:cNvPr id="172" name="Shape 170"/>
          <p:cNvSpPr/>
          <p:nvPr/>
        </p:nvSpPr>
        <p:spPr>
          <a:xfrm>
            <a:off x="6812280" y="4846320"/>
            <a:ext cx="482803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74" name="Image 0" descr="icons/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5376672"/>
            <a:ext cx="274320" cy="274320"/>
          </a:xfrm>
          <a:prstGeom prst="rect">
            <a:avLst/>
          </a:prstGeom>
        </p:spPr>
      </p:pic>
      <p:sp>
        <p:nvSpPr>
          <p:cNvPr id="175" name="Text 172"/>
          <p:cNvSpPr/>
          <p:nvPr/>
        </p:nvSpPr>
        <p:spPr>
          <a:xfrm>
            <a:off x="7772400" y="4846320"/>
            <a:ext cx="3703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Linjebuffere</a:t>
            </a:r>
            <a:r>
              <a:rPr lang="en-US" sz="13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lagrer</a:t>
            </a:r>
            <a:r>
              <a:rPr lang="en-US" sz="13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noen</a:t>
            </a:r>
            <a:r>
              <a:rPr lang="en-US" sz="13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</a:t>
            </a:r>
            <a:r>
              <a:rPr lang="en-US" sz="13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bilderader</a:t>
            </a:r>
            <a:r>
              <a:rPr lang="en-US" sz="13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 </a:t>
            </a:r>
            <a:r>
              <a:rPr lang="en-US" sz="130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gangen</a:t>
            </a:r>
            <a:r>
              <a:rPr lang="en-US" sz="130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76" name="Text 173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64" name="Text 162"/>
          <p:cNvSpPr/>
          <p:nvPr/>
        </p:nvSpPr>
        <p:spPr>
          <a:xfrm>
            <a:off x="7040880" y="33101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NØKKELBRIKKE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Samme krets —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utbyttbare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regler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03504" y="17556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 </a:t>
            </a:r>
            <a:r>
              <a:rPr lang="en-US" sz="1550" dirty="0" err="1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bygges</a:t>
            </a:r>
            <a:r>
              <a:rPr lang="en-US" sz="1550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 «include-signaler» og vekter som lastes inn fra minnet — så den samme kretsen kan bli en hvilken som helst regel.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3504" y="27889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0A1A24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10" name="Image 0" descr="icons/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18211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303580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Modellminne (BRAM)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Lastes inn fra programvaren: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06908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16313B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100584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include-signaler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</a:t>
            </a:r>
            <a:r>
              <a:rPr lang="en-US" sz="115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pikselbits</a:t>
            </a:r>
            <a:r>
              <a:rPr lang="en-US" sz="115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</a:t>
            </a:r>
            <a:r>
              <a:rPr lang="en-US" sz="115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inkluderes</a:t>
            </a:r>
            <a:r>
              <a:rPr lang="en-US" sz="115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regelen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502920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16313B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1005840" y="5120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5394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mye hver regel teller I </a:t>
            </a:r>
            <a:r>
              <a:rPr lang="en-US" sz="1150" dirty="0" err="1">
                <a:solidFill>
                  <a:srgbClr val="C3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vurderingen</a:t>
            </a:r>
            <a:endParaRPr lang="en-US" sz="1150" dirty="0"/>
          </a:p>
        </p:txBody>
      </p:sp>
      <p:pic>
        <p:nvPicPr>
          <p:cNvPr id="19" name="Image 1" descr="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160520"/>
            <a:ext cx="502920" cy="5029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0" y="2788920"/>
            <a:ext cx="3108960" cy="33832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1" name="Text 17"/>
          <p:cNvSpPr/>
          <p:nvPr/>
        </p:nvSpPr>
        <p:spPr>
          <a:xfrm>
            <a:off x="457200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OG SAMME KRETS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349240" y="3657600"/>
            <a:ext cx="1554480" cy="1737360"/>
          </a:xfrm>
          <a:prstGeom prst="roundRect">
            <a:avLst>
              <a:gd name="adj" fmla="val 50000"/>
            </a:avLst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3" name="Shape 19"/>
          <p:cNvSpPr/>
          <p:nvPr/>
        </p:nvSpPr>
        <p:spPr>
          <a:xfrm>
            <a:off x="5349240" y="3657600"/>
            <a:ext cx="502920" cy="1737360"/>
          </a:xfrm>
          <a:prstGeom prst="rect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0"/>
          <p:cNvSpPr/>
          <p:nvPr/>
        </p:nvSpPr>
        <p:spPr>
          <a:xfrm>
            <a:off x="5349240" y="365760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5" name="Shape 21"/>
          <p:cNvSpPr/>
          <p:nvPr/>
        </p:nvSpPr>
        <p:spPr>
          <a:xfrm>
            <a:off x="4663440" y="3840480"/>
            <a:ext cx="7132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Shape 22"/>
          <p:cNvSpPr/>
          <p:nvPr/>
        </p:nvSpPr>
        <p:spPr>
          <a:xfrm>
            <a:off x="4663440" y="4251960"/>
            <a:ext cx="713232" cy="0"/>
          </a:xfrm>
          <a:prstGeom prst="line">
            <a:avLst/>
          </a:prstGeom>
          <a:noFill/>
          <a:ln w="25400">
            <a:solidFill>
              <a:srgbClr val="5E76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Shape 23"/>
          <p:cNvSpPr/>
          <p:nvPr/>
        </p:nvSpPr>
        <p:spPr>
          <a:xfrm>
            <a:off x="4663440" y="4663440"/>
            <a:ext cx="71323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Shape 24"/>
          <p:cNvSpPr/>
          <p:nvPr/>
        </p:nvSpPr>
        <p:spPr>
          <a:xfrm>
            <a:off x="4663440" y="5074920"/>
            <a:ext cx="713232" cy="0"/>
          </a:xfrm>
          <a:prstGeom prst="line">
            <a:avLst/>
          </a:prstGeom>
          <a:noFill/>
          <a:ln w="25400">
            <a:solidFill>
              <a:srgbClr val="5E76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9" name="Text 25"/>
          <p:cNvSpPr/>
          <p:nvPr/>
        </p:nvSpPr>
        <p:spPr>
          <a:xfrm>
            <a:off x="457200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818120" y="2788920"/>
            <a:ext cx="3822192" cy="3383280"/>
          </a:xfrm>
          <a:prstGeom prst="roundRect">
            <a:avLst>
              <a:gd name="adj" fmla="val 2703"/>
            </a:avLst>
          </a:prstGeom>
          <a:solidFill>
            <a:srgbClr val="E7F4F1"/>
          </a:solidFill>
          <a:ln w="12700">
            <a:solidFill>
              <a:srgbClr val="BFE3DC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1" name="Text 27"/>
          <p:cNvSpPr/>
          <p:nvPr/>
        </p:nvSpPr>
        <p:spPr>
          <a:xfrm>
            <a:off x="7818120" y="29718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BLIR TIL …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046720" y="333756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3" name="Shape 29"/>
          <p:cNvSpPr/>
          <p:nvPr/>
        </p:nvSpPr>
        <p:spPr>
          <a:xfrm>
            <a:off x="8229600" y="3502152"/>
            <a:ext cx="457200" cy="457200"/>
          </a:xfrm>
          <a:prstGeom prst="ellipse">
            <a:avLst/>
          </a:prstGeom>
          <a:solidFill>
            <a:srgbClr val="E6F4F1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4" name="Image 2" descr="icons/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3621024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778240" y="3447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regel for BIL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8229600" y="3904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OG hjul OG IKKE vinger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046720" y="4800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8" name="Shape 33"/>
          <p:cNvSpPr/>
          <p:nvPr/>
        </p:nvSpPr>
        <p:spPr>
          <a:xfrm>
            <a:off x="8229600" y="4965192"/>
            <a:ext cx="457200" cy="457200"/>
          </a:xfrm>
          <a:prstGeom prst="ellipse">
            <a:avLst/>
          </a:prstGeom>
          <a:solidFill>
            <a:srgbClr val="E6F4F1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39" name="Image 3" descr="icons/pla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084064"/>
            <a:ext cx="219456" cy="21945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778240" y="4910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regel for FLY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8229600" y="53675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OG hjul OG vinger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RESULTATER SÅ LANGT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313C"/>
                </a:solidFill>
                <a:latin typeface="Georgia" pitchFamily="34" charset="0"/>
              </a:rPr>
              <a:t>DET FUNKERRRRR </a:t>
            </a:r>
            <a:r>
              <a:rPr lang="en-US" sz="3000" b="1" dirty="0">
                <a:solidFill>
                  <a:srgbClr val="13313C"/>
                </a:solidFill>
                <a:latin typeface="Georgia" pitchFamily="34" charset="0"/>
                <a:sym typeface="Wingdings" panose="05000000000000000000" pitchFamily="2" charset="2"/>
              </a:rPr>
              <a:t>!!!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D6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D6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96112" y="1572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D6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603504" y="1836057"/>
            <a:ext cx="6370610" cy="483906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3" name="Text 9"/>
          <p:cNvSpPr/>
          <p:nvPr/>
        </p:nvSpPr>
        <p:spPr>
          <a:xfrm>
            <a:off x="868680" y="46634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50214" y="1836057"/>
            <a:ext cx="3709413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5" name="Shape 11"/>
          <p:cNvSpPr/>
          <p:nvPr/>
        </p:nvSpPr>
        <p:spPr>
          <a:xfrm>
            <a:off x="7978062" y="2073801"/>
            <a:ext cx="420624" cy="420624"/>
          </a:xfrm>
          <a:prstGeom prst="ellipse">
            <a:avLst/>
          </a:prstGeom>
          <a:solidFill>
            <a:srgbClr val="E3F4EC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6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646" y="2174385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6538" y="1945785"/>
            <a:ext cx="2868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Pikselkoding + patch-generator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26538" y="2293257"/>
            <a:ext cx="2868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verifisert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PYNQ-Z1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850213" y="2798282"/>
            <a:ext cx="370941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0" name="Shape 15"/>
          <p:cNvSpPr/>
          <p:nvPr/>
        </p:nvSpPr>
        <p:spPr>
          <a:xfrm>
            <a:off x="7978062" y="3079641"/>
            <a:ext cx="420624" cy="420624"/>
          </a:xfrm>
          <a:prstGeom prst="ellipse">
            <a:avLst/>
          </a:prstGeom>
          <a:solidFill>
            <a:srgbClr val="E3F4EC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1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646" y="3180225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26536" y="2951625"/>
            <a:ext cx="2868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Justerbar patch-størrelse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526536" y="3299097"/>
            <a:ext cx="28684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fire innstillinger (3, 4, 5, 7) fungerer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857746" y="3794978"/>
            <a:ext cx="370941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E4E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5" name="Shape 19"/>
          <p:cNvSpPr/>
          <p:nvPr/>
        </p:nvSpPr>
        <p:spPr>
          <a:xfrm>
            <a:off x="7978062" y="4085481"/>
            <a:ext cx="420624" cy="420624"/>
          </a:xfrm>
          <a:prstGeom prst="ellipse">
            <a:avLst/>
          </a:prstGeom>
          <a:solidFill>
            <a:srgbClr val="E3F4EC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6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646" y="4186065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26536" y="3957465"/>
            <a:ext cx="2868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inferensmodulen designet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8526536" y="4304937"/>
            <a:ext cx="28684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vekter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lastes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BRAM,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leses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857746" y="5779008"/>
            <a:ext cx="3709414" cy="896112"/>
          </a:xfrm>
          <a:prstGeom prst="roundRect">
            <a:avLst>
              <a:gd name="adj" fmla="val 10204"/>
            </a:avLst>
          </a:prstGeom>
          <a:solidFill>
            <a:srgbClr val="FDF3E2"/>
          </a:solidFill>
          <a:ln w="12700">
            <a:solidFill>
              <a:srgbClr val="F0DDB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0" name="Shape 23"/>
          <p:cNvSpPr/>
          <p:nvPr/>
        </p:nvSpPr>
        <p:spPr>
          <a:xfrm>
            <a:off x="7985594" y="6016752"/>
            <a:ext cx="420624" cy="420624"/>
          </a:xfrm>
          <a:prstGeom prst="ellipse">
            <a:avLst/>
          </a:prstGeom>
          <a:solidFill>
            <a:srgbClr val="FBE6C5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31" name="Image 5" descr="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78" y="611733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34068" y="5852523"/>
            <a:ext cx="2868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/>
              <a:t>Test </a:t>
            </a:r>
            <a:r>
              <a:rPr lang="en-US" sz="1550" b="1" dirty="0" err="1"/>
              <a:t>på</a:t>
            </a:r>
            <a:r>
              <a:rPr lang="en-US" sz="1550" b="1" dirty="0"/>
              <a:t> CIFAR-10</a:t>
            </a:r>
          </a:p>
        </p:txBody>
      </p:sp>
      <p:sp>
        <p:nvSpPr>
          <p:cNvPr id="34" name="Text 26"/>
          <p:cNvSpPr/>
          <p:nvPr/>
        </p:nvSpPr>
        <p:spPr>
          <a:xfrm>
            <a:off x="11242331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38" name="Bilde 37">
            <a:extLst>
              <a:ext uri="{FF2B5EF4-FFF2-40B4-BE49-F238E27FC236}">
                <a16:creationId xmlns:a16="http://schemas.microsoft.com/office/drawing/2014/main" id="{AC8E7293-F40F-BD7A-5280-76D6D1C91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9" y="1989328"/>
            <a:ext cx="1770888" cy="1770888"/>
          </a:xfrm>
          <a:prstGeom prst="rect">
            <a:avLst/>
          </a:prstGeom>
        </p:spPr>
      </p:pic>
      <p:pic>
        <p:nvPicPr>
          <p:cNvPr id="40" name="Bilde 39">
            <a:extLst>
              <a:ext uri="{FF2B5EF4-FFF2-40B4-BE49-F238E27FC236}">
                <a16:creationId xmlns:a16="http://schemas.microsoft.com/office/drawing/2014/main" id="{4A5A80B3-769A-7083-17D4-89E0D2456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457" y="1989328"/>
            <a:ext cx="1770888" cy="1770888"/>
          </a:xfrm>
          <a:prstGeom prst="rect">
            <a:avLst/>
          </a:prstGeom>
        </p:spPr>
      </p:pic>
      <p:pic>
        <p:nvPicPr>
          <p:cNvPr id="42" name="Bilde 41">
            <a:extLst>
              <a:ext uri="{FF2B5EF4-FFF2-40B4-BE49-F238E27FC236}">
                <a16:creationId xmlns:a16="http://schemas.microsoft.com/office/drawing/2014/main" id="{5D9F566E-6AAD-5347-7A5B-2A0BBE76B3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6453" y="1989328"/>
            <a:ext cx="1333500" cy="1333500"/>
          </a:xfrm>
          <a:prstGeom prst="rect">
            <a:avLst/>
          </a:prstGeom>
        </p:spPr>
      </p:pic>
      <p:pic>
        <p:nvPicPr>
          <p:cNvPr id="44" name="Bilde 43">
            <a:extLst>
              <a:ext uri="{FF2B5EF4-FFF2-40B4-BE49-F238E27FC236}">
                <a16:creationId xmlns:a16="http://schemas.microsoft.com/office/drawing/2014/main" id="{7419DE53-54BF-9A30-7521-24AC9E2137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0807" y="3896989"/>
            <a:ext cx="1764792" cy="1764792"/>
          </a:xfrm>
          <a:prstGeom prst="rect">
            <a:avLst/>
          </a:prstGeom>
        </p:spPr>
      </p:pic>
      <p:pic>
        <p:nvPicPr>
          <p:cNvPr id="46" name="Bilde 45">
            <a:extLst>
              <a:ext uri="{FF2B5EF4-FFF2-40B4-BE49-F238E27FC236}">
                <a16:creationId xmlns:a16="http://schemas.microsoft.com/office/drawing/2014/main" id="{4B03994A-5386-8469-3C7C-9DB39DA950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9" y="3890893"/>
            <a:ext cx="1770888" cy="1770888"/>
          </a:xfrm>
          <a:prstGeom prst="rect">
            <a:avLst/>
          </a:prstGeom>
        </p:spPr>
      </p:pic>
      <p:pic>
        <p:nvPicPr>
          <p:cNvPr id="52" name="Bilde 51">
            <a:extLst>
              <a:ext uri="{FF2B5EF4-FFF2-40B4-BE49-F238E27FC236}">
                <a16:creationId xmlns:a16="http://schemas.microsoft.com/office/drawing/2014/main" id="{77B5A7B6-0616-C913-56A6-1F409E6141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9" y="5882994"/>
            <a:ext cx="5477639" cy="647790"/>
          </a:xfrm>
          <a:prstGeom prst="rect">
            <a:avLst/>
          </a:prstGeom>
        </p:spPr>
      </p:pic>
      <p:pic>
        <p:nvPicPr>
          <p:cNvPr id="54" name="Bilde 53">
            <a:extLst>
              <a:ext uri="{FF2B5EF4-FFF2-40B4-BE49-F238E27FC236}">
                <a16:creationId xmlns:a16="http://schemas.microsoft.com/office/drawing/2014/main" id="{2E4DB94F-4DFC-1446-3278-89C3D3CBA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711" y="3890894"/>
            <a:ext cx="1770887" cy="1770887"/>
          </a:xfrm>
          <a:prstGeom prst="rect">
            <a:avLst/>
          </a:prstGeom>
        </p:spPr>
      </p:pic>
      <p:sp>
        <p:nvSpPr>
          <p:cNvPr id="56" name="Shape 22">
            <a:extLst>
              <a:ext uri="{FF2B5EF4-FFF2-40B4-BE49-F238E27FC236}">
                <a16:creationId xmlns:a16="http://schemas.microsoft.com/office/drawing/2014/main" id="{F34DF51C-EF58-EAE1-1FD1-8AAFD07A27E3}"/>
              </a:ext>
            </a:extLst>
          </p:cNvPr>
          <p:cNvSpPr/>
          <p:nvPr/>
        </p:nvSpPr>
        <p:spPr>
          <a:xfrm>
            <a:off x="7850214" y="4786993"/>
            <a:ext cx="3709414" cy="896112"/>
          </a:xfrm>
          <a:prstGeom prst="roundRect">
            <a:avLst>
              <a:gd name="adj" fmla="val 10204"/>
            </a:avLst>
          </a:prstGeom>
          <a:solidFill>
            <a:srgbClr val="FDF3E2"/>
          </a:solidFill>
          <a:ln w="12700">
            <a:solidFill>
              <a:srgbClr val="F0DDB6"/>
            </a:solidFill>
            <a:prstDash val="solid"/>
          </a:ln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7CEFA3D0-98F4-B1E6-ACC9-72F34086AC3A}"/>
              </a:ext>
            </a:extLst>
          </p:cNvPr>
          <p:cNvSpPr/>
          <p:nvPr/>
        </p:nvSpPr>
        <p:spPr>
          <a:xfrm>
            <a:off x="7978062" y="5051116"/>
            <a:ext cx="420624" cy="420624"/>
          </a:xfrm>
          <a:prstGeom prst="ellipse">
            <a:avLst/>
          </a:prstGeom>
          <a:solidFill>
            <a:srgbClr val="FBE6C5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58" name="Image 5" descr="icons/sync.png">
            <a:extLst>
              <a:ext uri="{FF2B5EF4-FFF2-40B4-BE49-F238E27FC236}">
                <a16:creationId xmlns:a16="http://schemas.microsoft.com/office/drawing/2014/main" id="{D5C65ADF-0B90-F791-FEC3-000D03734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646" y="5151700"/>
            <a:ext cx="219456" cy="219456"/>
          </a:xfrm>
          <a:prstGeom prst="rect">
            <a:avLst/>
          </a:prstGeom>
        </p:spPr>
      </p:pic>
      <p:sp>
        <p:nvSpPr>
          <p:cNvPr id="59" name="Text 24">
            <a:extLst>
              <a:ext uri="{FF2B5EF4-FFF2-40B4-BE49-F238E27FC236}">
                <a16:creationId xmlns:a16="http://schemas.microsoft.com/office/drawing/2014/main" id="{F91C2221-CB59-F4D6-2578-6E3CD411622F}"/>
              </a:ext>
            </a:extLst>
          </p:cNvPr>
          <p:cNvSpPr/>
          <p:nvPr/>
        </p:nvSpPr>
        <p:spPr>
          <a:xfrm>
            <a:off x="8526536" y="4877380"/>
            <a:ext cx="2868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/>
              <a:t>Optimalisering</a:t>
            </a:r>
            <a:r>
              <a:rPr lang="en-US" sz="1550" b="1" dirty="0"/>
              <a:t> </a:t>
            </a:r>
            <a:r>
              <a:rPr lang="en-US" sz="1550" b="1" dirty="0" err="1"/>
              <a:t>og</a:t>
            </a:r>
            <a:r>
              <a:rPr lang="en-US" sz="1550" b="1" dirty="0"/>
              <a:t> </a:t>
            </a:r>
            <a:r>
              <a:rPr lang="en-US" sz="1550" b="1" dirty="0" err="1"/>
              <a:t>skalering</a:t>
            </a:r>
            <a:endParaRPr lang="en-US" sz="155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7F926930-8014-1BCF-AD4B-9AFD4D89E833}"/>
              </a:ext>
            </a:extLst>
          </p:cNvPr>
          <p:cNvSpPr/>
          <p:nvPr/>
        </p:nvSpPr>
        <p:spPr>
          <a:xfrm>
            <a:off x="8544907" y="5255622"/>
            <a:ext cx="28684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Implementert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</a:t>
            </a:r>
            <a:endParaRPr lang="en-US" sz="1250" dirty="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85E15125-5531-F579-965E-642C938F72B6}"/>
              </a:ext>
            </a:extLst>
          </p:cNvPr>
          <p:cNvSpPr/>
          <p:nvPr/>
        </p:nvSpPr>
        <p:spPr>
          <a:xfrm>
            <a:off x="8552439" y="6176772"/>
            <a:ext cx="28684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rSpesialister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trenes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software,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vekter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lasts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250" dirty="0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 </a:t>
            </a:r>
            <a:r>
              <a:rPr lang="en-US" sz="1250" dirty="0" err="1">
                <a:solidFill>
                  <a:srgbClr val="5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65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9326880" y="365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Shape 2"/>
          <p:cNvSpPr/>
          <p:nvPr/>
        </p:nvSpPr>
        <p:spPr>
          <a:xfrm>
            <a:off x="9784080" y="365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10241280" y="365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10698480" y="365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11155680" y="365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8869680" y="822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9326880" y="822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9784080" y="822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0241280" y="822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10698480" y="822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11155680" y="8229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8869680" y="1280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9326880" y="1280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9784080" y="1280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10241280" y="1280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10698480" y="1280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11155680" y="1280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8869680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9326880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9784080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0241280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10698480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11155680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8869680" y="2194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9326880" y="2194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9784080" y="2194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10241280" y="2194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0" name="Shape 28"/>
          <p:cNvSpPr/>
          <p:nvPr/>
        </p:nvSpPr>
        <p:spPr>
          <a:xfrm>
            <a:off x="10698480" y="2194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11155680" y="21945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2" name="Shape 30"/>
          <p:cNvSpPr/>
          <p:nvPr/>
        </p:nvSpPr>
        <p:spPr>
          <a:xfrm>
            <a:off x="886968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932688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978408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Shape 33"/>
          <p:cNvSpPr/>
          <p:nvPr/>
        </p:nvSpPr>
        <p:spPr>
          <a:xfrm>
            <a:off x="1024128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8C8C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1069848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11155680" y="2651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2530"/>
          </a:solidFill>
          <a:ln w="6350">
            <a:solidFill>
              <a:srgbClr val="0E253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38" name="Image 0" descr="icons/chip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640080" y="4023360"/>
            <a:ext cx="3474720" cy="347472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777240" y="2057400"/>
            <a:ext cx="868680" cy="868680"/>
          </a:xfrm>
          <a:prstGeom prst="ellipse">
            <a:avLst/>
          </a:prstGeom>
          <a:solidFill>
            <a:srgbClr val="5EEAD4"/>
          </a:solidFill>
          <a:ln/>
          <a:effectLst>
            <a:outerShdw blurRad="114300" dist="38100" dir="5400000" algn="bl" rotWithShape="0">
              <a:srgbClr val="0A1A24">
                <a:alpha val="16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pic>
        <p:nvPicPr>
          <p:cNvPr id="40" name="Image 1" descr="icons/bra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276856"/>
            <a:ext cx="429768" cy="42976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31520" y="3154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Takk for meg </a:t>
            </a: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Wingdings" panose="05000000000000000000" pitchFamily="2" charset="2"/>
              </a:rPr>
              <a:t></a:t>
            </a:r>
            <a:endParaRPr lang="en-US" sz="4400" dirty="0"/>
          </a:p>
        </p:txBody>
      </p:sp>
      <p:sp>
        <p:nvSpPr>
          <p:cNvPr id="43" name="Text 39"/>
          <p:cNvSpPr/>
          <p:nvPr/>
        </p:nvSpPr>
        <p:spPr>
          <a:xfrm>
            <a:off x="7772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Kristoffer Gillis Arbo de Besche</a:t>
            </a:r>
            <a:r>
              <a:rPr lang="en-US" sz="1300" dirty="0">
                <a:solidFill>
                  <a:srgbClr val="8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Reconfigurable Hardware Design for a TM Composite   ·   NTNU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801</Words>
  <Application>Microsoft Office PowerPoint</Application>
  <PresentationFormat>Widescreen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Reconfigurable Hardware Design for a TM Composite</dc:title>
  <dc:subject>PptxGenJS Presentation</dc:subject>
  <dc:creator>Kristoffer Gillis Arbo de Besche</dc:creator>
  <cp:lastModifiedBy>Kristoffer Gillis Arbo De Besche</cp:lastModifiedBy>
  <cp:revision>1</cp:revision>
  <dcterms:created xsi:type="dcterms:W3CDTF">2026-06-02T08:25:27Z</dcterms:created>
  <dcterms:modified xsi:type="dcterms:W3CDTF">2026-06-02T10:18:42Z</dcterms:modified>
</cp:coreProperties>
</file>